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0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000" y="900000"/>
            <a:ext cx="4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5D0DC"/>
                </a:solidFill>
                <a:latin typeface="Microsoft YaHei"/>
              </a:rPr>
              <a:t>移远通信  ·  AI 实战应用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" y="1500000"/>
            <a:ext cx="450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FAE 知识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智能治理平台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" y="3200000"/>
            <a:ext cx="45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7E0EA"/>
                </a:solidFill>
                <a:latin typeface="Microsoft YaHei"/>
              </a:rPr>
              <a:t>把按人堆放的 Sharing，治成可检索、可复用的技术资产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" y="5600000"/>
            <a:ext cx="45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0DC"/>
                </a:solidFill>
                <a:latin typeface="Microsoft YaHei"/>
              </a:rPr>
              <a:t>团队：分类小能手　　部门：技术支持部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0DC"/>
                </a:solidFill>
                <a:latin typeface="Microsoft YaHei"/>
              </a:rPr>
              <a:t>赛道：运营提效与职能创新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000" y="700000"/>
            <a:ext cx="6000000" cy="12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00000" y="700000"/>
            <a:ext cx="70000" cy="122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00000" y="920000"/>
            <a:ext cx="5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45C26"/>
                </a:solidFill>
                <a:latin typeface="Microsoft YaHei"/>
              </a:rPr>
              <a:t>17,105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0000" y="142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C6774"/>
                </a:solidFill>
                <a:latin typeface="Microsoft YaHei"/>
              </a:rPr>
              <a:t>篇已分类进枢纽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0" y="2100000"/>
            <a:ext cx="6000000" cy="12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00000" y="2100000"/>
            <a:ext cx="70000" cy="122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0000" y="2320000"/>
            <a:ext cx="5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45C26"/>
                </a:solidFill>
                <a:latin typeface="Microsoft YaHei"/>
              </a:rPr>
              <a:t>17,092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0000" y="282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C6774"/>
                </a:solidFill>
                <a:latin typeface="Microsoft YaHei"/>
              </a:rPr>
              <a:t>篇标题标准化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0" y="3500000"/>
            <a:ext cx="6000000" cy="12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00000" y="3500000"/>
            <a:ext cx="70000" cy="122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00000" y="3720000"/>
            <a:ext cx="5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45C26"/>
                </a:solidFill>
                <a:latin typeface="Microsoft YaHei"/>
              </a:rPr>
              <a:t>169,010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0000" y="422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C6774"/>
                </a:solidFill>
                <a:latin typeface="Microsoft YaHei"/>
              </a:rPr>
              <a:t>张附件图已重绑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0000" y="4900000"/>
            <a:ext cx="6000000" cy="12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00000" y="4900000"/>
            <a:ext cx="70000" cy="122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00000" y="5120000"/>
            <a:ext cx="5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45C26"/>
                </a:solidFill>
                <a:latin typeface="Microsoft YaHei"/>
              </a:rPr>
              <a:t>约 1.7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0000" y="5620000"/>
            <a:ext cx="54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C6774"/>
                </a:solidFill>
                <a:latin typeface="Microsoft YaHei"/>
              </a:rPr>
              <a:t>FTE / 年持续提效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今天演示什么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2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00" y="1000000"/>
            <a:ext cx="1120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0000" y="1000000"/>
            <a:ext cx="1400000" cy="115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00" y="1320000"/>
            <a:ext cx="1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0000" y="1220000"/>
            <a:ext cx="9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Microsoft YaHei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000" y="1620000"/>
            <a:ext cx="9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FAE Sharing 存得多，但找不到、附件进不了检索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00" y="2300000"/>
            <a:ext cx="1120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0000" y="2300000"/>
            <a:ext cx="1400000" cy="115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00" y="2620000"/>
            <a:ext cx="1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0000" y="2520000"/>
            <a:ext cx="9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Microsoft YaHei"/>
              </a:rPr>
              <a:t>做法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0000" y="2920000"/>
            <a:ext cx="9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飞书做存储，自研 Agent 做抽取、分类、标题、编排、修复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00" y="3600000"/>
            <a:ext cx="1120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0000" y="3600000"/>
            <a:ext cx="1400000" cy="115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00" y="3920000"/>
            <a:ext cx="1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0000" y="3820000"/>
            <a:ext cx="9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Microsoft YaHei"/>
              </a:rPr>
              <a:t>效果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0000" y="4220000"/>
            <a:ext cx="9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1.7 万篇进枢纽，16.9 万张图可读，检索从翻人名变成找型号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00" y="4900000"/>
            <a:ext cx="1120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0000" y="4900000"/>
            <a:ext cx="1400000" cy="115000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00" y="5220000"/>
            <a:ext cx="1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0000" y="5120000"/>
            <a:ext cx="9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Microsoft YaHei"/>
              </a:rPr>
              <a:t>下一步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0000" y="5520000"/>
            <a:ext cx="9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质量评分 → 检索问答 / 工单辅助；流水线可迁到其他知识空间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现场痛点：存得多 ≠ 用得上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3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00" y="1050000"/>
            <a:ext cx="5400000" cy="2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00" y="1050000"/>
            <a:ext cx="5400000" cy="9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0000" y="1330000"/>
            <a:ext cx="49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按人堆放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1950000"/>
            <a:ext cx="49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20,000+ 项历史 Sharing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目录按区域/人员沉淀，跨产品线找不到同类案例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0000" y="1050000"/>
            <a:ext cx="5400000" cy="2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0000" y="1050000"/>
            <a:ext cx="5400000" cy="9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0000" y="1330000"/>
            <a:ext cx="49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附件沉睡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0000" y="1950000"/>
            <a:ext cx="49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有效步骤在 PDF / Word / PPT 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只读飞书正文会漏分类，也搜不到 AT 命令和报错码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00" y="3650000"/>
            <a:ext cx="5400000" cy="2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00" y="3650000"/>
            <a:ext cx="5400000" cy="9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000" y="3930000"/>
            <a:ext cx="49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标题不可读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000" y="4550000"/>
            <a:ext cx="49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日期、流水号、临时描述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命中后无法判断主题、型号、作者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0000" y="3650000"/>
            <a:ext cx="5400000" cy="2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0000" y="3650000"/>
            <a:ext cx="5400000" cy="9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0000" y="3930000"/>
            <a:ext cx="49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飞书不解治理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000" y="4550000"/>
            <a:ext cx="49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Wiki 提供编辑、目录、基础检索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不解析附件、不按模组规范分类、不做增量编排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方案分层：飞书存储  ·  自研 Agent 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4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pic>
        <p:nvPicPr>
          <p:cNvPr id="8" name="Picture 7" descr="fig4_agent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000" y="900000"/>
            <a:ext cx="900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已上线的原生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5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pic>
        <p:nvPicPr>
          <p:cNvPr id="8" name="Picture 7" descr="fig5_agent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63" y="880000"/>
            <a:ext cx="9183673" cy="50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0000" y="5900000"/>
            <a:ext cx="112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C6774"/>
                </a:solidFill>
                <a:latin typeface="Microsoft YaHei"/>
              </a:rPr>
              <a:t>模型：deepseek-v4-flash（经公司网关）　　分类受 QT-SOP 正则与标签树约束，不能自由编造路径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附件如何进入知识库：以 PDF 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6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pic>
        <p:nvPicPr>
          <p:cNvPr id="8" name="Picture 7" descr="fig6_pdf_ex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76" y="860000"/>
            <a:ext cx="9617647" cy="54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知识如何存储，检索如何变准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7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pic>
        <p:nvPicPr>
          <p:cNvPr id="8" name="Picture 7" descr="fig7_storage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33" y="860000"/>
            <a:ext cx="9083333" cy="545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落地效果（可核验）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8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pic>
        <p:nvPicPr>
          <p:cNvPr id="8" name="Picture 7" descr="fig11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000" y="850000"/>
            <a:ext cx="9000000" cy="36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0000" y="4550000"/>
            <a:ext cx="2750000" cy="1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4680000"/>
            <a:ext cx="247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774"/>
                </a:solidFill>
                <a:latin typeface="Microsoft YaHei"/>
              </a:rPr>
              <a:t>归档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5000000"/>
            <a:ext cx="247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5 → 0.5 分钟/篇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5450000"/>
            <a:ext cx="247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</a:rPr>
              <a:t>提效 90%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0000" y="4550000"/>
            <a:ext cx="2750000" cy="1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0000" y="4680000"/>
            <a:ext cx="247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774"/>
                </a:solidFill>
                <a:latin typeface="Microsoft YaHei"/>
              </a:rPr>
              <a:t>找同类案例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0" y="5000000"/>
            <a:ext cx="247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15 → 3 分钟/次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0" y="5450000"/>
            <a:ext cx="247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</a:rPr>
              <a:t>提效 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0" y="4550000"/>
            <a:ext cx="2750000" cy="1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0000" y="4680000"/>
            <a:ext cx="247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774"/>
                </a:solidFill>
                <a:latin typeface="Microsoft YaHei"/>
              </a:rPr>
              <a:t>改标题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0000" y="5000000"/>
            <a:ext cx="247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2 → 0 分钟/篇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0000" y="5450000"/>
            <a:ext cx="247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</a:rPr>
              <a:t>提效 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20000" y="4550000"/>
            <a:ext cx="2750000" cy="14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0000" y="4680000"/>
            <a:ext cx="247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774"/>
                </a:solidFill>
                <a:latin typeface="Microsoft YaHei"/>
              </a:rPr>
              <a:t>打开附件判断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0000" y="5000000"/>
            <a:ext cx="247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8 → 2 分钟/次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0000" y="5450000"/>
            <a:ext cx="247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45C26"/>
                </a:solidFill>
                <a:latin typeface="Microsoft YaHei"/>
              </a:rPr>
              <a:t>提效 75%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使用变化：检索、阅读、写作、运营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9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100000"/>
            <a:ext cx="2750000" cy="4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0000" y="1100000"/>
            <a:ext cx="2750000" cy="70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00" y="1250000"/>
            <a:ext cx="251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一线检索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100000"/>
            <a:ext cx="2400000" cy="2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按产品线 × 技术类进目录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标题即可判断主题、型号、作者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0000" y="1100000"/>
            <a:ext cx="2750000" cy="4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80000" y="1100000"/>
            <a:ext cx="2750000" cy="70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0000" y="1250000"/>
            <a:ext cx="251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阅读附件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0000" y="2100000"/>
            <a:ext cx="2400000" cy="2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PDF/PPT 步骤和配图在页面里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不必先下载再决定能不能复用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0" y="1100000"/>
            <a:ext cx="2750000" cy="4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00000" y="1100000"/>
            <a:ext cx="2750000" cy="70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0000" y="1250000"/>
            <a:ext cx="251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作者写作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0000" y="2100000"/>
            <a:ext cx="2400000" cy="2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源 Sharing 不被覆盖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日常更新不受整理任务打断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0000" y="1100000"/>
            <a:ext cx="2750000" cy="4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20000" y="1100000"/>
            <a:ext cx="2750000" cy="70000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40000" y="1250000"/>
            <a:ext cx="251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知识运营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0000" y="2100000"/>
            <a:ext cx="2400000" cy="2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增量、去重、限流可续跑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C6774"/>
                </a:solidFill>
                <a:latin typeface="Microsoft YaHei"/>
              </a:rPr>
              <a:t>裂图 17,255 篇已批处理修复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知识生命周期：治理先于问答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10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pic>
        <p:nvPicPr>
          <p:cNvPr id="8" name="Picture 7" descr="fig8_agen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917222"/>
            <a:ext cx="11800000" cy="5375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"/>
            <a:ext cx="12192000" cy="40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60000"/>
            <a:ext cx="90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可复制，也可继续往下做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0000" y="1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5D0DC"/>
                </a:solidFill>
                <a:latin typeface="Microsoft YaHei"/>
              </a:rPr>
              <a:t>11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78000"/>
            <a:ext cx="8000000" cy="2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6774"/>
                </a:solidFill>
                <a:latin typeface="Microsoft YaHei"/>
              </a:rPr>
              <a:t>FAE 知识智能治理平台  ·  分类小能手</a:t>
            </a:r>
          </a:p>
        </p:txBody>
      </p:sp>
      <p:pic>
        <p:nvPicPr>
          <p:cNvPr id="8" name="Picture 7" descr="fig10_repl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385" y="860000"/>
            <a:ext cx="8769230" cy="38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80000" y="4800000"/>
            <a:ext cx="112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0000" y="5000000"/>
            <a:ext cx="10800000" cy="10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3A5F"/>
                </a:solidFill>
                <a:latin typeface="Microsoft YaHei"/>
              </a:rPr>
              <a:t>换 SCAN / TARGET 与标签树，同一套 Agent 可迁到研发、认证、培训知识库。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3A5F"/>
                </a:solidFill>
                <a:latin typeface="Microsoft YaHei"/>
              </a:rPr>
              <a:t>对外发布由协作团队负责；本项目输出已分类、可检索、带质量分的候选。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339</Words>
  <Application>Microsoft Office PowerPoint</Application>
  <PresentationFormat>宽屏</PresentationFormat>
  <Paragraphs>95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Hydrew Wang(王子龙)</cp:lastModifiedBy>
  <cp:revision>1</cp:revision>
  <dcterms:created xsi:type="dcterms:W3CDTF">2013-01-27T09:14:16Z</dcterms:created>
  <dcterms:modified xsi:type="dcterms:W3CDTF">2026-09-20T09:12:31Z</dcterms:modified>
  <cp:category/>
</cp:coreProperties>
</file>