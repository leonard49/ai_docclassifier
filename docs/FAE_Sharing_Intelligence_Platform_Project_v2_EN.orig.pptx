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648" r:id="rId4"/>
  </p:sldMasterIdLst>
  <p:notesMasterIdLst>
    <p:notesMasterId r:id="rId9"/>
  </p:notesMasterIdLst>
  <p:handoutMasterIdLst>
    <p:handoutMasterId r:id="rId10"/>
  </p:handoutMasterIdLst>
  <p:sldIdLst>
    <p:sldId id="871" r:id="rId5"/>
    <p:sldId id="868" r:id="rId6"/>
    <p:sldId id="879" r:id="rId7"/>
    <p:sldId id="874" r:id="rId8"/>
  </p:sldIdLst>
  <p:sldSz cx="12190413" cy="6859588"/>
  <p:notesSz cx="6669088" cy="9926638"/>
  <p:defaultTextStyle>
    <a:defPPr>
      <a:defRPr lang="zh-CN"/>
    </a:defPPr>
    <a:lvl1pPr algn="l" defTabSz="1087120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542925" indent="-15875" algn="l" defTabSz="1087120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1087755" indent="-34925" algn="l" defTabSz="1087120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630680" indent="-52705" algn="l" defTabSz="1087120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2174875" indent="-71755" algn="l" defTabSz="1087120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1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1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1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1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Quectel 2026" id="{190D97DF-03AA-4C6F-980D-CE28F817B3D2}">
          <p14:sldIdLst>
            <p14:sldId id="871"/>
            <p14:sldId id="868"/>
            <p14:sldId id="879"/>
            <p14:sldId id="87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117" userDrawn="1">
          <p15:clr>
            <a:srgbClr val="A4A3A4"/>
          </p15:clr>
        </p15:guide>
        <p15:guide id="2" pos="7196" userDrawn="1">
          <p15:clr>
            <a:srgbClr val="A4A3A4"/>
          </p15:clr>
        </p15:guide>
        <p15:guide id="4" pos="3817" userDrawn="1">
          <p15:clr>
            <a:srgbClr val="A4A3A4"/>
          </p15:clr>
        </p15:guide>
        <p15:guide id="5" orient="horz" pos="3748" userDrawn="1">
          <p15:clr>
            <a:srgbClr val="A4A3A4"/>
          </p15:clr>
        </p15:guide>
        <p15:guide id="6" pos="301" userDrawn="1">
          <p15:clr>
            <a:srgbClr val="A4A3A4"/>
          </p15:clr>
        </p15:guide>
        <p15:guide id="7" orient="horz" pos="50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2" name="作者" initials="A" lastIdx="0" clrIdx="2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0078"/>
    <a:srgbClr val="00AEEF"/>
    <a:srgbClr val="1D9767"/>
    <a:srgbClr val="44546A"/>
    <a:srgbClr val="006699"/>
    <a:srgbClr val="226178"/>
    <a:srgbClr val="210079"/>
    <a:srgbClr val="FA0505"/>
    <a:srgbClr val="FFFFFF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66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924" y="96"/>
      </p:cViewPr>
      <p:guideLst>
        <p:guide orient="horz" pos="1117"/>
        <p:guide pos="7196"/>
        <p:guide pos="3817"/>
        <p:guide orient="horz" pos="3748"/>
        <p:guide pos="301"/>
        <p:guide orient="horz" pos="505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3804" y="93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25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778250" y="0"/>
            <a:ext cx="288925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53CD29-9E38-4A88-B9C5-3092AFA2C3A8}" type="datetimeFigureOut">
              <a:rPr lang="zh-CN" altLang="en-US" smtClean="0"/>
              <a:t>2026/7/15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88925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778250" y="9429750"/>
            <a:ext cx="288925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A7B1E7-E99B-4E36-B939-DD0932D995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64661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90838" cy="495300"/>
          </a:xfrm>
          <a:prstGeom prst="rect">
            <a:avLst/>
          </a:prstGeom>
        </p:spPr>
        <p:txBody>
          <a:bodyPr vert="horz" lIns="94829" tIns="47414" rIns="94829" bIns="47414" rtlCol="0"/>
          <a:lstStyle>
            <a:lvl1pPr algn="l" defTabSz="815975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778250" y="0"/>
            <a:ext cx="2889250" cy="495300"/>
          </a:xfrm>
          <a:prstGeom prst="rect">
            <a:avLst/>
          </a:prstGeom>
        </p:spPr>
        <p:txBody>
          <a:bodyPr vert="horz" lIns="94829" tIns="47414" rIns="94829" bIns="47414" rtlCol="0"/>
          <a:lstStyle>
            <a:lvl1pPr algn="r" defTabSz="815975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40C3A6B0-5D57-4D84-9807-DD13F365EB9E}" type="datetimeFigureOut">
              <a:rPr lang="zh-CN" altLang="en-US"/>
              <a:t>2026/7/15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6988" y="744538"/>
            <a:ext cx="6615112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829" tIns="47414" rIns="94829" bIns="47414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66750" y="4714875"/>
            <a:ext cx="5335588" cy="4467225"/>
          </a:xfrm>
          <a:prstGeom prst="rect">
            <a:avLst/>
          </a:prstGeom>
        </p:spPr>
        <p:txBody>
          <a:bodyPr vert="horz" lIns="94829" tIns="47414" rIns="94829" bIns="47414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890838" cy="495300"/>
          </a:xfrm>
          <a:prstGeom prst="rect">
            <a:avLst/>
          </a:prstGeom>
        </p:spPr>
        <p:txBody>
          <a:bodyPr vert="horz" lIns="94829" tIns="47414" rIns="94829" bIns="47414" rtlCol="0" anchor="b"/>
          <a:lstStyle>
            <a:lvl1pPr algn="l" defTabSz="815975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778250" y="9429750"/>
            <a:ext cx="2889250" cy="495300"/>
          </a:xfrm>
          <a:prstGeom prst="rect">
            <a:avLst/>
          </a:prstGeom>
        </p:spPr>
        <p:txBody>
          <a:bodyPr vert="horz" lIns="94829" tIns="47414" rIns="94829" bIns="47414" rtlCol="0" anchor="b"/>
          <a:lstStyle>
            <a:lvl1pPr algn="r" defTabSz="815975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A30DF973-DCA0-4DB0-92C3-E684E721AA63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940543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1pPr>
    <a:lvl2pPr marL="523875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2pPr>
    <a:lvl3pPr marL="1049655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3pPr>
    <a:lvl4pPr marL="1576705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4pPr>
    <a:lvl5pPr marL="210058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5pPr>
    <a:lvl6pPr marL="2628900" algn="l" defTabSz="105156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3154680" algn="l" defTabSz="105156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681095" algn="l" defTabSz="105156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4206875" algn="l" defTabSz="105156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8" Type="http://schemas.openxmlformats.org/officeDocument/2006/relationships/hyperlink" Target="http://www.twitter.com/Quectel_IoT" TargetMode="External"/><Relationship Id="rId3" Type="http://schemas.openxmlformats.org/officeDocument/2006/relationships/image" Target="../media/image40.svg"/><Relationship Id="rId7" Type="http://schemas.openxmlformats.org/officeDocument/2006/relationships/hyperlink" Target="https://www.facebook.com/quectelwireless" TargetMode="External"/><Relationship Id="rId2" Type="http://schemas.openxmlformats.org/officeDocument/2006/relationships/image" Target="../media/image39.jp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www.linkedin.com/company/quectel-wireless-solutions" TargetMode="External"/><Relationship Id="rId11" Type="http://schemas.openxmlformats.org/officeDocument/2006/relationships/hyperlink" Target="mailto:support@quectel.com" TargetMode="External"/><Relationship Id="rId5" Type="http://schemas.openxmlformats.org/officeDocument/2006/relationships/hyperlink" Target="https://www.quectel.com/" TargetMode="External"/><Relationship Id="rId10" Type="http://schemas.openxmlformats.org/officeDocument/2006/relationships/hyperlink" Target="mailto:info@quectel.com" TargetMode="External"/><Relationship Id="rId4" Type="http://schemas.openxmlformats.org/officeDocument/2006/relationships/image" Target="../media/image41.svg"/><Relationship Id="rId9" Type="http://schemas.openxmlformats.org/officeDocument/2006/relationships/hyperlink" Target="mailto:media@quectel.com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A5B3E01B-F581-4962-9F73-D7610528751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0413" cy="6859588"/>
          </a:xfrm>
          <a:prstGeom prst="rect">
            <a:avLst/>
          </a:prstGeom>
        </p:spPr>
      </p:pic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F637C70A-04AB-476B-B577-10BE6E89BB9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8400" y="1601200"/>
            <a:ext cx="7712075" cy="6570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11911688-D02F-4D23-8E30-24E171AD078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28400" y="2361212"/>
            <a:ext cx="5172075" cy="5467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F3F5A5DE-64A4-4715-9E89-3E14A4D177C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20700" y="441330"/>
            <a:ext cx="11149013" cy="288000"/>
            <a:chOff x="3300169" y="397538"/>
            <a:chExt cx="12905565" cy="333375"/>
          </a:xfrm>
        </p:grpSpPr>
        <p:pic>
          <p:nvPicPr>
            <p:cNvPr id="13" name="图形 12">
              <a:extLst>
                <a:ext uri="{FF2B5EF4-FFF2-40B4-BE49-F238E27FC236}">
                  <a16:creationId xmlns:a16="http://schemas.microsoft.com/office/drawing/2014/main" id="{EBABA28D-7225-48D4-8C4F-9E667E49AC03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300169" y="397538"/>
              <a:ext cx="2705100" cy="333375"/>
            </a:xfrm>
            <a:prstGeom prst="rect">
              <a:avLst/>
            </a:prstGeom>
          </p:spPr>
        </p:pic>
        <p:pic>
          <p:nvPicPr>
            <p:cNvPr id="14" name="图形 13">
              <a:extLst>
                <a:ext uri="{FF2B5EF4-FFF2-40B4-BE49-F238E27FC236}">
                  <a16:creationId xmlns:a16="http://schemas.microsoft.com/office/drawing/2014/main" id="{C569DE14-DD4C-427E-833D-BD70AE466C7E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4129284" y="476061"/>
              <a:ext cx="2076450" cy="17144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21541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793CD60-3C9F-25F8-073B-66251F68D9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5600" y="378547"/>
            <a:ext cx="10094913" cy="933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EF36613-5C6C-27BA-D9E1-7EED0ECB3656}"/>
              </a:ext>
            </a:extLst>
          </p:cNvPr>
          <p:cNvSpPr/>
          <p:nvPr userDrawn="1"/>
        </p:nvSpPr>
        <p:spPr bwMode="auto">
          <a:xfrm>
            <a:off x="5302402" y="6481041"/>
            <a:ext cx="1585609" cy="284547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 w="19050" algn="ctr">
            <a:noFill/>
            <a:round/>
          </a:ln>
        </p:spPr>
        <p:txBody>
          <a:bodyPr lIns="36000" tIns="0" rIns="36000" bIns="0" rtlCol="0" anchor="ctr"/>
          <a:lstStyle/>
          <a:p>
            <a:pPr algn="ctr" fontAlgn="base">
              <a:buFont typeface="+mj-lt"/>
              <a:buNone/>
            </a:pPr>
            <a:r>
              <a:rPr lang="en-US" sz="9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Confidential under NDA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product showcas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94CF1-42A8-E4ED-94D0-D30C36C8B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600" y="378000"/>
            <a:ext cx="10080000" cy="936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72B8210-DA4A-C526-33D2-7D9BD4504E7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73200" y="1616400"/>
            <a:ext cx="3351600" cy="40716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1EB4F60-0FC4-047A-487C-CA41EAA6C5B2}"/>
              </a:ext>
            </a:extLst>
          </p:cNvPr>
          <p:cNvSpPr txBox="1">
            <a:spLocks/>
          </p:cNvSpPr>
          <p:nvPr userDrawn="1"/>
        </p:nvSpPr>
        <p:spPr>
          <a:xfrm>
            <a:off x="4676400" y="1521000"/>
            <a:ext cx="3664800" cy="374400"/>
          </a:xfrm>
          <a:prstGeom prst="rect">
            <a:avLst/>
          </a:prstGeom>
        </p:spPr>
        <p:txBody>
          <a:bodyPr/>
          <a:lstStyle>
            <a:lvl1pPr algn="l" defTabSz="1087120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3676650" algn="l"/>
              </a:tabLst>
              <a:defRPr lang="en-US" altLang="zh-CN" sz="3600" b="1" i="0" kern="1200" baseline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algn="l" defTabSz="1087120" rtl="0" eaLnBrk="0" fontAlgn="base" hangingPunct="0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defTabSz="1087120" rtl="0" eaLnBrk="0" fontAlgn="base" hangingPunct="0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defTabSz="1087120" rtl="0" eaLnBrk="0" fontAlgn="base" hangingPunct="0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defTabSz="1087120" rtl="0" eaLnBrk="0" fontAlgn="base" hangingPunct="0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525780" algn="l" defTabSz="1087755" rtl="0" fontAlgn="base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1051560" algn="l" defTabSz="1087755" rtl="0" fontAlgn="base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577340" algn="l" defTabSz="1087755" rtl="0" fontAlgn="base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103120" algn="l" defTabSz="1087755" rtl="0" fontAlgn="base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en-US" sz="12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10C18F1-F347-2589-F25E-8C405E741D32}"/>
              </a:ext>
            </a:extLst>
          </p:cNvPr>
          <p:cNvSpPr txBox="1">
            <a:spLocks/>
          </p:cNvSpPr>
          <p:nvPr userDrawn="1"/>
        </p:nvSpPr>
        <p:spPr>
          <a:xfrm>
            <a:off x="4676400" y="2102400"/>
            <a:ext cx="3664800" cy="1994400"/>
          </a:xfrm>
          <a:prstGeom prst="rect">
            <a:avLst/>
          </a:prstGeom>
        </p:spPr>
        <p:txBody>
          <a:bodyPr/>
          <a:lstStyle>
            <a:lvl1pPr algn="l" defTabSz="1087120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3676650" algn="l"/>
              </a:tabLst>
              <a:defRPr lang="en-US" altLang="zh-CN" sz="3600" b="1" i="0" kern="1200" baseline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algn="l" defTabSz="1087120" rtl="0" eaLnBrk="0" fontAlgn="base" hangingPunct="0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defTabSz="1087120" rtl="0" eaLnBrk="0" fontAlgn="base" hangingPunct="0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defTabSz="1087120" rtl="0" eaLnBrk="0" fontAlgn="base" hangingPunct="0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defTabSz="1087120" rtl="0" eaLnBrk="0" fontAlgn="base" hangingPunct="0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525780" algn="l" defTabSz="1087755" rtl="0" fontAlgn="base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1051560" algn="l" defTabSz="1087755" rtl="0" fontAlgn="base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577340" algn="l" defTabSz="1087755" rtl="0" fontAlgn="base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103120" algn="l" defTabSz="1087755" rtl="0" fontAlgn="base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</a:pPr>
            <a:endParaRPr lang="en-US" sz="1200" b="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A9BB029-3C34-84EA-F601-BD5079AAD268}"/>
              </a:ext>
            </a:extLst>
          </p:cNvPr>
          <p:cNvSpPr txBox="1">
            <a:spLocks/>
          </p:cNvSpPr>
          <p:nvPr userDrawn="1"/>
        </p:nvSpPr>
        <p:spPr>
          <a:xfrm>
            <a:off x="4227486" y="1611577"/>
            <a:ext cx="3228391" cy="324000"/>
          </a:xfrm>
          <a:prstGeom prst="rect">
            <a:avLst/>
          </a:prstGeom>
        </p:spPr>
        <p:txBody>
          <a:bodyPr/>
          <a:lstStyle>
            <a:lvl1pPr algn="l" defTabSz="1087120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3676650" algn="l"/>
              </a:tabLst>
              <a:defRPr lang="en-US" altLang="zh-CN" sz="3600" b="1" i="0" kern="1200" baseline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algn="l" defTabSz="1087120" rtl="0" eaLnBrk="0" fontAlgn="base" hangingPunct="0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defTabSz="1087120" rtl="0" eaLnBrk="0" fontAlgn="base" hangingPunct="0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defTabSz="1087120" rtl="0" eaLnBrk="0" fontAlgn="base" hangingPunct="0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defTabSz="1087120" rtl="0" eaLnBrk="0" fontAlgn="base" hangingPunct="0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525780" algn="l" defTabSz="1087755" rtl="0" fontAlgn="base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1051560" algn="l" defTabSz="1087755" rtl="0" fontAlgn="base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577340" algn="l" defTabSz="1087755" rtl="0" fontAlgn="base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103120" algn="l" defTabSz="1087755" rtl="0" fontAlgn="base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sz="1200" dirty="0"/>
              <a:t>CLICK TO EDIT MASTER TITLE STYLE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E0B8535-554C-D21D-2DC7-3305E54FC7FC}"/>
              </a:ext>
            </a:extLst>
          </p:cNvPr>
          <p:cNvSpPr txBox="1">
            <a:spLocks/>
          </p:cNvSpPr>
          <p:nvPr userDrawn="1"/>
        </p:nvSpPr>
        <p:spPr>
          <a:xfrm>
            <a:off x="4227486" y="2110341"/>
            <a:ext cx="3228391" cy="324000"/>
          </a:xfrm>
          <a:prstGeom prst="rect">
            <a:avLst/>
          </a:prstGeom>
        </p:spPr>
        <p:txBody>
          <a:bodyPr/>
          <a:lstStyle>
            <a:lvl1pPr algn="l" defTabSz="1087120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3676650" algn="l"/>
              </a:tabLst>
              <a:defRPr lang="en-US" altLang="zh-CN" sz="3600" b="1" i="0" kern="1200" baseline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algn="l" defTabSz="1087120" rtl="0" eaLnBrk="0" fontAlgn="base" hangingPunct="0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defTabSz="1087120" rtl="0" eaLnBrk="0" fontAlgn="base" hangingPunct="0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defTabSz="1087120" rtl="0" eaLnBrk="0" fontAlgn="base" hangingPunct="0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defTabSz="1087120" rtl="0" eaLnBrk="0" fontAlgn="base" hangingPunct="0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525780" algn="l" defTabSz="1087755" rtl="0" fontAlgn="base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1051560" algn="l" defTabSz="1087755" rtl="0" fontAlgn="base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577340" algn="l" defTabSz="1087755" rtl="0" fontAlgn="base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103120" algn="l" defTabSz="1087755" rtl="0" fontAlgn="base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dirty="0"/>
              <a:t>Click to edit master title style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68D5D51-D947-AF73-CCA3-C698E9DB1412}"/>
              </a:ext>
            </a:extLst>
          </p:cNvPr>
          <p:cNvSpPr txBox="1">
            <a:spLocks/>
          </p:cNvSpPr>
          <p:nvPr userDrawn="1"/>
        </p:nvSpPr>
        <p:spPr>
          <a:xfrm>
            <a:off x="4227486" y="3782122"/>
            <a:ext cx="3228391" cy="324000"/>
          </a:xfrm>
          <a:prstGeom prst="rect">
            <a:avLst/>
          </a:prstGeom>
        </p:spPr>
        <p:txBody>
          <a:bodyPr/>
          <a:lstStyle>
            <a:lvl1pPr algn="l" defTabSz="1087120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3676650" algn="l"/>
              </a:tabLst>
              <a:defRPr lang="en-US" altLang="zh-CN" sz="3600" b="1" i="0" kern="1200" baseline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algn="l" defTabSz="1087120" rtl="0" eaLnBrk="0" fontAlgn="base" hangingPunct="0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defTabSz="1087120" rtl="0" eaLnBrk="0" fontAlgn="base" hangingPunct="0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defTabSz="1087120" rtl="0" eaLnBrk="0" fontAlgn="base" hangingPunct="0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defTabSz="1087120" rtl="0" eaLnBrk="0" fontAlgn="base" hangingPunct="0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525780" algn="l" defTabSz="1087755" rtl="0" fontAlgn="base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1051560" algn="l" defTabSz="1087755" rtl="0" fontAlgn="base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577340" algn="l" defTabSz="1087755" rtl="0" fontAlgn="base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103120" algn="l" defTabSz="1087755" rtl="0" fontAlgn="base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sz="1200" dirty="0"/>
              <a:t>CLICK TO EDIT MASTER TITLE STYLE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F820A66-BB96-335E-7282-3A866FC217BC}"/>
              </a:ext>
            </a:extLst>
          </p:cNvPr>
          <p:cNvSpPr txBox="1">
            <a:spLocks/>
          </p:cNvSpPr>
          <p:nvPr userDrawn="1"/>
        </p:nvSpPr>
        <p:spPr>
          <a:xfrm>
            <a:off x="4227486" y="4280886"/>
            <a:ext cx="3228391" cy="324000"/>
          </a:xfrm>
          <a:prstGeom prst="rect">
            <a:avLst/>
          </a:prstGeom>
        </p:spPr>
        <p:txBody>
          <a:bodyPr/>
          <a:lstStyle>
            <a:lvl1pPr algn="l" defTabSz="1087120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3676650" algn="l"/>
              </a:tabLst>
              <a:defRPr lang="en-US" altLang="zh-CN" sz="3600" b="1" i="0" kern="1200" baseline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algn="l" defTabSz="1087120" rtl="0" eaLnBrk="0" fontAlgn="base" hangingPunct="0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defTabSz="1087120" rtl="0" eaLnBrk="0" fontAlgn="base" hangingPunct="0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defTabSz="1087120" rtl="0" eaLnBrk="0" fontAlgn="base" hangingPunct="0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defTabSz="1087120" rtl="0" eaLnBrk="0" fontAlgn="base" hangingPunct="0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525780" algn="l" defTabSz="1087755" rtl="0" fontAlgn="base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1051560" algn="l" defTabSz="1087755" rtl="0" fontAlgn="base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577340" algn="l" defTabSz="1087755" rtl="0" fontAlgn="base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103120" algn="l" defTabSz="1087755" rtl="0" fontAlgn="base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dirty="0"/>
              <a:t>Click to edit master title style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81C332B-E1C9-1419-CD08-2C5F674A9A7B}"/>
              </a:ext>
            </a:extLst>
          </p:cNvPr>
          <p:cNvSpPr txBox="1">
            <a:spLocks/>
          </p:cNvSpPr>
          <p:nvPr userDrawn="1"/>
        </p:nvSpPr>
        <p:spPr>
          <a:xfrm>
            <a:off x="9596049" y="1359000"/>
            <a:ext cx="1921164" cy="324000"/>
          </a:xfrm>
          <a:prstGeom prst="rect">
            <a:avLst/>
          </a:prstGeom>
        </p:spPr>
        <p:txBody>
          <a:bodyPr/>
          <a:lstStyle>
            <a:lvl1pPr algn="l" defTabSz="1087120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3676650" algn="l"/>
              </a:tabLst>
              <a:defRPr lang="en-US" altLang="zh-CN" sz="3600" b="1" i="0" kern="1200" baseline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algn="l" defTabSz="1087120" rtl="0" eaLnBrk="0" fontAlgn="base" hangingPunct="0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defTabSz="1087120" rtl="0" eaLnBrk="0" fontAlgn="base" hangingPunct="0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defTabSz="1087120" rtl="0" eaLnBrk="0" fontAlgn="base" hangingPunct="0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defTabSz="1087120" rtl="0" eaLnBrk="0" fontAlgn="base" hangingPunct="0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525780" algn="l" defTabSz="1087755" rtl="0" fontAlgn="base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1051560" algn="l" defTabSz="1087755" rtl="0" fontAlgn="base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577340" algn="l" defTabSz="1087755" rtl="0" fontAlgn="base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103120" algn="l" defTabSz="1087755" rtl="0" fontAlgn="base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sz="1200" dirty="0"/>
              <a:t>CLICK TO EDIT MASTER TITLE STYLE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5E62D0A8-F90D-BE22-D9FE-E80FCC96BF70}"/>
              </a:ext>
            </a:extLst>
          </p:cNvPr>
          <p:cNvSpPr txBox="1">
            <a:spLocks/>
          </p:cNvSpPr>
          <p:nvPr userDrawn="1"/>
        </p:nvSpPr>
        <p:spPr>
          <a:xfrm>
            <a:off x="9596049" y="1857764"/>
            <a:ext cx="1921164" cy="324000"/>
          </a:xfrm>
          <a:prstGeom prst="rect">
            <a:avLst/>
          </a:prstGeom>
        </p:spPr>
        <p:txBody>
          <a:bodyPr/>
          <a:lstStyle>
            <a:lvl1pPr algn="l" defTabSz="1087120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3676650" algn="l"/>
              </a:tabLst>
              <a:defRPr lang="en-US" altLang="zh-CN" sz="3600" b="1" i="0" kern="1200" baseline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algn="l" defTabSz="1087120" rtl="0" eaLnBrk="0" fontAlgn="base" hangingPunct="0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defTabSz="1087120" rtl="0" eaLnBrk="0" fontAlgn="base" hangingPunct="0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defTabSz="1087120" rtl="0" eaLnBrk="0" fontAlgn="base" hangingPunct="0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defTabSz="1087120" rtl="0" eaLnBrk="0" fontAlgn="base" hangingPunct="0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525780" algn="l" defTabSz="1087755" rtl="0" fontAlgn="base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1051560" algn="l" defTabSz="1087755" rtl="0" fontAlgn="base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577340" algn="l" defTabSz="1087755" rtl="0" fontAlgn="base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103120" algn="l" defTabSz="1087755" rtl="0" fontAlgn="base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dirty="0"/>
              <a:t>Click to edit master title style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3192049-0BCB-FE4B-4FD9-F767C2A93241}"/>
              </a:ext>
            </a:extLst>
          </p:cNvPr>
          <p:cNvSpPr/>
          <p:nvPr userDrawn="1"/>
        </p:nvSpPr>
        <p:spPr bwMode="auto">
          <a:xfrm>
            <a:off x="8878776" y="1416871"/>
            <a:ext cx="588218" cy="639267"/>
          </a:xfrm>
          <a:prstGeom prst="rect">
            <a:avLst/>
          </a:prstGeom>
          <a:solidFill>
            <a:srgbClr val="FF0000"/>
          </a:solidFill>
          <a:ln w="19050" algn="ctr">
            <a:noFill/>
            <a:round/>
          </a:ln>
        </p:spPr>
        <p:txBody>
          <a:bodyPr lIns="36000" tIns="0" rIns="36000" bIns="0" rtlCol="0" anchor="ctr"/>
          <a:lstStyle/>
          <a:p>
            <a:pPr algn="ctr" defTabSz="914400" eaLnBrk="1" hangingPunct="1"/>
            <a:endParaRPr lang="en-US" sz="1600" b="1" dirty="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4095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atured project and image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B0FF9-36D5-4134-7A71-C2840DE43F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5600" y="378000"/>
            <a:ext cx="6470836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Featured project and image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261761C-7E59-AD77-8B2D-6BA2E1E629D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5600" y="1717200"/>
            <a:ext cx="5583600" cy="374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8A1CFC72-3845-98D2-195E-C5ED047A6F9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5600" y="2113200"/>
            <a:ext cx="5583600" cy="1166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94AF69F-9FB1-F6F6-6D82-73AEDF15CD7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275600" y="0"/>
            <a:ext cx="4914000" cy="685958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1E28DE91-3EC0-B577-61F9-827E416C80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45600" y="4211018"/>
            <a:ext cx="5583600" cy="374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D06C6F61-06FC-ABCE-2E8B-BA379EEBF64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600" y="4607018"/>
            <a:ext cx="5583600" cy="1166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2448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atured project and imag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B0FF9-36D5-4134-7A71-C2840DE43F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83600" y="378000"/>
            <a:ext cx="6470836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Featured project and image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261761C-7E59-AD77-8B2D-6BA2E1E629D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83600" y="1717200"/>
            <a:ext cx="5583600" cy="374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8A1CFC72-3845-98D2-195E-C5ED047A6F9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83600" y="2113200"/>
            <a:ext cx="5583600" cy="1166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94AF69F-9FB1-F6F6-6D82-73AEDF15CD7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95200" y="0"/>
            <a:ext cx="4914000" cy="685958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1E28DE91-3EC0-B577-61F9-827E416C80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83600" y="4211018"/>
            <a:ext cx="5583600" cy="374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D06C6F61-06FC-ABCE-2E8B-BA379EEBF64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583600" y="4607018"/>
            <a:ext cx="5583600" cy="1166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6307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E5B1FEFF-4D1B-DA05-29AC-D48C5995566C}"/>
              </a:ext>
            </a:extLst>
          </p:cNvPr>
          <p:cNvSpPr>
            <a:spLocks noGrp="1"/>
          </p:cNvSpPr>
          <p:nvPr>
            <p:ph type="chart" sz="quarter" idx="10" hasCustomPrompt="1"/>
          </p:nvPr>
        </p:nvSpPr>
        <p:spPr>
          <a:xfrm>
            <a:off x="793750" y="1716088"/>
            <a:ext cx="10937875" cy="44180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zh-CN" altLang="en-US" dirty="0"/>
              <a:t>单击图表添加图表</a:t>
            </a:r>
            <a:endParaRPr lang="en-US" dirty="0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25F4B8F3-CDF7-D83B-38B7-04812840BF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5600" y="378547"/>
            <a:ext cx="10094913" cy="933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00636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version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6E8C804F-30B2-4A9A-A667-6F37D1413EA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0413" cy="68580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1A608B1-1F73-4E5F-3176-95849596E0F0}"/>
              </a:ext>
            </a:extLst>
          </p:cNvPr>
          <p:cNvSpPr/>
          <p:nvPr userDrawn="1"/>
        </p:nvSpPr>
        <p:spPr>
          <a:xfrm>
            <a:off x="-1587" y="2119"/>
            <a:ext cx="12190412" cy="6857469"/>
          </a:xfrm>
          <a:prstGeom prst="rect">
            <a:avLst/>
          </a:prstGeom>
          <a:solidFill>
            <a:schemeClr val="tx1">
              <a:lumMod val="95000"/>
              <a:lumOff val="5000"/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5BC8408-DB95-AA99-D81E-54C1F3FE2E8A}"/>
              </a:ext>
            </a:extLst>
          </p:cNvPr>
          <p:cNvSpPr/>
          <p:nvPr userDrawn="1"/>
        </p:nvSpPr>
        <p:spPr bwMode="auto">
          <a:xfrm>
            <a:off x="9393382" y="5245987"/>
            <a:ext cx="1108364" cy="1108364"/>
          </a:xfrm>
          <a:prstGeom prst="rect">
            <a:avLst/>
          </a:prstGeom>
          <a:noFill/>
          <a:ln w="28575" algn="ctr">
            <a:solidFill>
              <a:schemeClr val="bg2"/>
            </a:solidFill>
            <a:round/>
          </a:ln>
        </p:spPr>
        <p:txBody>
          <a:bodyPr lIns="36000" tIns="0" rIns="36000" bIns="0" rtlCol="0" anchor="ctr"/>
          <a:lstStyle/>
          <a:p>
            <a:pPr algn="ctr" defTabSz="914400" eaLnBrk="1" hangingPunct="1"/>
            <a:endParaRPr lang="en-US" sz="1600" b="1" dirty="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A63410-47CA-1580-54AB-032D88DFA7D2}"/>
              </a:ext>
            </a:extLst>
          </p:cNvPr>
          <p:cNvSpPr/>
          <p:nvPr userDrawn="1"/>
        </p:nvSpPr>
        <p:spPr bwMode="auto">
          <a:xfrm>
            <a:off x="10510982" y="4747223"/>
            <a:ext cx="498763" cy="498763"/>
          </a:xfrm>
          <a:prstGeom prst="rect">
            <a:avLst/>
          </a:prstGeom>
          <a:noFill/>
          <a:ln w="28575" algn="ctr">
            <a:solidFill>
              <a:schemeClr val="bg2"/>
            </a:solidFill>
            <a:round/>
          </a:ln>
        </p:spPr>
        <p:txBody>
          <a:bodyPr lIns="36000" tIns="0" rIns="36000" bIns="0" rtlCol="0" anchor="ctr"/>
          <a:lstStyle/>
          <a:p>
            <a:pPr algn="ctr" defTabSz="914400" eaLnBrk="1" hangingPunct="1"/>
            <a:endParaRPr lang="en-US" sz="1600" b="1" dirty="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D7F09E3-C977-E0B8-CA4B-F0E9C656F5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00" y="2642401"/>
            <a:ext cx="3813175" cy="78739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3200" b="1">
                <a:solidFill>
                  <a:schemeClr val="bg1"/>
                </a:solidFill>
              </a:defRPr>
            </a:lvl1pPr>
            <a:lvl2pPr marL="3175" indent="0">
              <a:buFontTx/>
              <a:buNone/>
              <a:defRPr/>
            </a:lvl2pPr>
            <a:lvl3pPr marL="231775" indent="0">
              <a:buFontTx/>
              <a:buNone/>
              <a:defRPr/>
            </a:lvl3pPr>
            <a:lvl4pPr marL="447675" indent="0">
              <a:buFontTx/>
              <a:buNone/>
              <a:defRPr/>
            </a:lvl4pPr>
            <a:lvl5pPr marL="668020" indent="0">
              <a:buFontTx/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88018005-C1F1-8E04-E7D3-F9A878AC66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0800" y="3470400"/>
            <a:ext cx="3813175" cy="78739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chemeClr val="bg1"/>
                </a:solidFill>
              </a:defRPr>
            </a:lvl1pPr>
            <a:lvl2pPr marL="3175" indent="0">
              <a:buFontTx/>
              <a:buNone/>
              <a:defRPr/>
            </a:lvl2pPr>
            <a:lvl3pPr marL="231775" indent="0">
              <a:buFontTx/>
              <a:buNone/>
              <a:defRPr/>
            </a:lvl3pPr>
            <a:lvl4pPr marL="447675" indent="0">
              <a:buFontTx/>
              <a:buNone/>
              <a:defRPr/>
            </a:lvl4pPr>
            <a:lvl5pPr marL="668020" indent="0">
              <a:buFontTx/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F149A69-63DE-0E36-955B-A208ED3D3459}"/>
              </a:ext>
            </a:extLst>
          </p:cNvPr>
          <p:cNvSpPr/>
          <p:nvPr userDrawn="1"/>
        </p:nvSpPr>
        <p:spPr bwMode="auto">
          <a:xfrm>
            <a:off x="549852" y="842984"/>
            <a:ext cx="1223530" cy="1223530"/>
          </a:xfrm>
          <a:prstGeom prst="rect">
            <a:avLst/>
          </a:prstGeom>
          <a:solidFill>
            <a:srgbClr val="210079"/>
          </a:solidFill>
          <a:ln w="28575" algn="ctr">
            <a:noFill/>
            <a:round/>
          </a:ln>
        </p:spPr>
        <p:txBody>
          <a:bodyPr lIns="36000" tIns="0" rIns="36000" bIns="0" rtlCol="0" anchor="ctr"/>
          <a:lstStyle/>
          <a:p>
            <a:pPr algn="ctr" defTabSz="914400" eaLnBrk="1" hangingPunct="1"/>
            <a:endParaRPr lang="en-US" sz="1600" b="1" dirty="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pic>
        <p:nvPicPr>
          <p:cNvPr id="10" name="图形 9">
            <a:extLst>
              <a:ext uri="{FF2B5EF4-FFF2-40B4-BE49-F238E27FC236}">
                <a16:creationId xmlns:a16="http://schemas.microsoft.com/office/drawing/2014/main" id="{B2E26217-C39B-4867-B65C-FB76D77B7A3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5600" y="1179476"/>
            <a:ext cx="576960" cy="550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410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6" userDrawn="1">
          <p15:clr>
            <a:srgbClr val="FBAE40"/>
          </p15:clr>
        </p15:guide>
        <p15:guide id="2" pos="7423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version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E6EC0BB0-0B9E-4EF3-9E2A-94EA8527501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1998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1A608B1-1F73-4E5F-3176-95849596E0F0}"/>
              </a:ext>
            </a:extLst>
          </p:cNvPr>
          <p:cNvSpPr/>
          <p:nvPr userDrawn="1"/>
        </p:nvSpPr>
        <p:spPr>
          <a:xfrm>
            <a:off x="-1" y="-2"/>
            <a:ext cx="12190413" cy="6857469"/>
          </a:xfrm>
          <a:prstGeom prst="rect">
            <a:avLst/>
          </a:prstGeom>
          <a:solidFill>
            <a:schemeClr val="tx1">
              <a:lumMod val="95000"/>
              <a:lumOff val="5000"/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5BC8408-DB95-AA99-D81E-54C1F3FE2E8A}"/>
              </a:ext>
            </a:extLst>
          </p:cNvPr>
          <p:cNvSpPr/>
          <p:nvPr userDrawn="1"/>
        </p:nvSpPr>
        <p:spPr bwMode="auto">
          <a:xfrm>
            <a:off x="9393382" y="5245987"/>
            <a:ext cx="1108364" cy="1108364"/>
          </a:xfrm>
          <a:prstGeom prst="rect">
            <a:avLst/>
          </a:prstGeom>
          <a:noFill/>
          <a:ln w="28575" algn="ctr">
            <a:solidFill>
              <a:schemeClr val="bg2"/>
            </a:solidFill>
            <a:round/>
          </a:ln>
        </p:spPr>
        <p:txBody>
          <a:bodyPr lIns="36000" tIns="0" rIns="36000" bIns="0" rtlCol="0" anchor="ctr"/>
          <a:lstStyle/>
          <a:p>
            <a:pPr algn="ctr" defTabSz="914400" eaLnBrk="1" hangingPunct="1"/>
            <a:endParaRPr lang="en-US" sz="1600" b="1" dirty="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A63410-47CA-1580-54AB-032D88DFA7D2}"/>
              </a:ext>
            </a:extLst>
          </p:cNvPr>
          <p:cNvSpPr/>
          <p:nvPr userDrawn="1"/>
        </p:nvSpPr>
        <p:spPr bwMode="auto">
          <a:xfrm>
            <a:off x="5845031" y="5384532"/>
            <a:ext cx="498763" cy="498763"/>
          </a:xfrm>
          <a:prstGeom prst="rect">
            <a:avLst/>
          </a:prstGeom>
          <a:noFill/>
          <a:ln w="28575" algn="ctr">
            <a:solidFill>
              <a:schemeClr val="bg2"/>
            </a:solidFill>
            <a:round/>
          </a:ln>
        </p:spPr>
        <p:txBody>
          <a:bodyPr lIns="36000" tIns="0" rIns="36000" bIns="0" rtlCol="0" anchor="ctr"/>
          <a:lstStyle/>
          <a:p>
            <a:pPr algn="ctr" defTabSz="914400" eaLnBrk="1" hangingPunct="1"/>
            <a:endParaRPr lang="en-US" sz="1600" b="1" dirty="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EEE0DE26-A661-BBA3-DC8B-A84AE4B6BE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00" y="2642401"/>
            <a:ext cx="3813175" cy="78739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3200" b="1">
                <a:solidFill>
                  <a:schemeClr val="bg1"/>
                </a:solidFill>
              </a:defRPr>
            </a:lvl1pPr>
            <a:lvl2pPr marL="3175" indent="0">
              <a:buFontTx/>
              <a:buNone/>
              <a:defRPr/>
            </a:lvl2pPr>
            <a:lvl3pPr marL="231775" indent="0">
              <a:buFontTx/>
              <a:buNone/>
              <a:defRPr/>
            </a:lvl3pPr>
            <a:lvl4pPr marL="447675" indent="0">
              <a:buFontTx/>
              <a:buNone/>
              <a:defRPr/>
            </a:lvl4pPr>
            <a:lvl5pPr marL="668020" indent="0">
              <a:buFontTx/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53CBB6D2-5952-0449-FFB4-15B95383F91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0800" y="3470400"/>
            <a:ext cx="3813175" cy="78739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chemeClr val="bg1"/>
                </a:solidFill>
              </a:defRPr>
            </a:lvl1pPr>
            <a:lvl2pPr marL="3175" indent="0">
              <a:buFontTx/>
              <a:buNone/>
              <a:defRPr/>
            </a:lvl2pPr>
            <a:lvl3pPr marL="231775" indent="0">
              <a:buFontTx/>
              <a:buNone/>
              <a:defRPr/>
            </a:lvl3pPr>
            <a:lvl4pPr marL="447675" indent="0">
              <a:buFontTx/>
              <a:buNone/>
              <a:defRPr/>
            </a:lvl4pPr>
            <a:lvl5pPr marL="668020" indent="0">
              <a:buFontTx/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E12D6A-0CFE-445C-8FC8-EA2ABFF746B7}"/>
              </a:ext>
            </a:extLst>
          </p:cNvPr>
          <p:cNvSpPr/>
          <p:nvPr userDrawn="1"/>
        </p:nvSpPr>
        <p:spPr bwMode="auto">
          <a:xfrm>
            <a:off x="549852" y="842984"/>
            <a:ext cx="1223530" cy="1223530"/>
          </a:xfrm>
          <a:prstGeom prst="rect">
            <a:avLst/>
          </a:prstGeom>
          <a:solidFill>
            <a:srgbClr val="210079"/>
          </a:solidFill>
          <a:ln w="28575" algn="ctr">
            <a:noFill/>
            <a:round/>
          </a:ln>
        </p:spPr>
        <p:txBody>
          <a:bodyPr lIns="36000" tIns="0" rIns="36000" bIns="0" rtlCol="0" anchor="ctr"/>
          <a:lstStyle/>
          <a:p>
            <a:pPr algn="ctr" defTabSz="914400" eaLnBrk="1" hangingPunct="1"/>
            <a:endParaRPr lang="en-US" sz="1600" b="1" dirty="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pic>
        <p:nvPicPr>
          <p:cNvPr id="12" name="Graphic 5">
            <a:extLst>
              <a:ext uri="{FF2B5EF4-FFF2-40B4-BE49-F238E27FC236}">
                <a16:creationId xmlns:a16="http://schemas.microsoft.com/office/drawing/2014/main" id="{7CE64B7E-3833-4B00-B920-E4D55C86C57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7322" y="1140454"/>
            <a:ext cx="628590" cy="628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7967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6" userDrawn="1">
          <p15:clr>
            <a:srgbClr val="FBAE40"/>
          </p15:clr>
        </p15:guide>
        <p15:guide id="2" pos="7423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version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CA16BE77-17C9-4121-9D30-9232B0D988A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91"/>
          <a:stretch/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F60F53D-FA0A-224F-824E-8A8A7E1671CE}"/>
              </a:ext>
            </a:extLst>
          </p:cNvPr>
          <p:cNvSpPr/>
          <p:nvPr userDrawn="1"/>
        </p:nvSpPr>
        <p:spPr bwMode="auto">
          <a:xfrm>
            <a:off x="0" y="0"/>
            <a:ext cx="12190413" cy="6859588"/>
          </a:xfrm>
          <a:prstGeom prst="rect">
            <a:avLst/>
          </a:prstGeom>
          <a:gradFill>
            <a:gsLst>
              <a:gs pos="0">
                <a:schemeClr val="tx1">
                  <a:alpha val="22000"/>
                </a:schemeClr>
              </a:gs>
              <a:gs pos="100000">
                <a:schemeClr val="tx1">
                  <a:lumMod val="95000"/>
                  <a:lumOff val="5000"/>
                  <a:alpha val="64000"/>
                </a:schemeClr>
              </a:gs>
            </a:gsLst>
            <a:lin ang="5400000" scaled="1"/>
          </a:gradFill>
          <a:ln w="19050" algn="ctr">
            <a:noFill/>
            <a:round/>
          </a:ln>
        </p:spPr>
        <p:txBody>
          <a:bodyPr lIns="36000" tIns="0" rIns="36000" bIns="0" rtlCol="0" anchor="ctr"/>
          <a:lstStyle/>
          <a:p>
            <a:pPr algn="ctr" defTabSz="914400" eaLnBrk="1" hangingPunct="1"/>
            <a:endParaRPr lang="en-US" sz="1600" b="1" dirty="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5BC8408-DB95-AA99-D81E-54C1F3FE2E8A}"/>
              </a:ext>
            </a:extLst>
          </p:cNvPr>
          <p:cNvSpPr/>
          <p:nvPr userDrawn="1"/>
        </p:nvSpPr>
        <p:spPr bwMode="auto">
          <a:xfrm>
            <a:off x="9393383" y="5245987"/>
            <a:ext cx="1108364" cy="1108364"/>
          </a:xfrm>
          <a:prstGeom prst="rect">
            <a:avLst/>
          </a:prstGeom>
          <a:noFill/>
          <a:ln w="28575" algn="ctr">
            <a:solidFill>
              <a:schemeClr val="bg2"/>
            </a:solidFill>
            <a:round/>
          </a:ln>
        </p:spPr>
        <p:txBody>
          <a:bodyPr lIns="36000" tIns="0" rIns="36000" bIns="0" rtlCol="0" anchor="ctr"/>
          <a:lstStyle/>
          <a:p>
            <a:pPr algn="ctr" defTabSz="914400" eaLnBrk="1" hangingPunct="1"/>
            <a:endParaRPr lang="en-US" sz="1600" b="1" dirty="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A63410-47CA-1580-54AB-032D88DFA7D2}"/>
              </a:ext>
            </a:extLst>
          </p:cNvPr>
          <p:cNvSpPr/>
          <p:nvPr userDrawn="1"/>
        </p:nvSpPr>
        <p:spPr bwMode="auto">
          <a:xfrm>
            <a:off x="5845031" y="5384532"/>
            <a:ext cx="498763" cy="498763"/>
          </a:xfrm>
          <a:prstGeom prst="rect">
            <a:avLst/>
          </a:prstGeom>
          <a:noFill/>
          <a:ln w="28575" algn="ctr">
            <a:solidFill>
              <a:schemeClr val="bg2"/>
            </a:solidFill>
            <a:round/>
          </a:ln>
        </p:spPr>
        <p:txBody>
          <a:bodyPr lIns="36000" tIns="0" rIns="36000" bIns="0" rtlCol="0" anchor="ctr"/>
          <a:lstStyle/>
          <a:p>
            <a:pPr algn="ctr" defTabSz="914400" eaLnBrk="1" hangingPunct="1"/>
            <a:endParaRPr lang="en-US" sz="1600" b="1" dirty="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EEE0DE26-A661-BBA3-DC8B-A84AE4B6BE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00" y="2642401"/>
            <a:ext cx="3813175" cy="78739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3200" b="1">
                <a:solidFill>
                  <a:schemeClr val="bg1"/>
                </a:solidFill>
              </a:defRPr>
            </a:lvl1pPr>
            <a:lvl2pPr marL="3175" indent="0">
              <a:buFontTx/>
              <a:buNone/>
              <a:defRPr/>
            </a:lvl2pPr>
            <a:lvl3pPr marL="231775" indent="0">
              <a:buFontTx/>
              <a:buNone/>
              <a:defRPr/>
            </a:lvl3pPr>
            <a:lvl4pPr marL="447675" indent="0">
              <a:buFontTx/>
              <a:buNone/>
              <a:defRPr/>
            </a:lvl4pPr>
            <a:lvl5pPr marL="668020" indent="0">
              <a:buFontTx/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53CBB6D2-5952-0449-FFB4-15B95383F91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0800" y="3470400"/>
            <a:ext cx="3813175" cy="78739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chemeClr val="bg1"/>
                </a:solidFill>
              </a:defRPr>
            </a:lvl1pPr>
            <a:lvl2pPr marL="3175" indent="0">
              <a:buFontTx/>
              <a:buNone/>
              <a:defRPr/>
            </a:lvl2pPr>
            <a:lvl3pPr marL="231775" indent="0">
              <a:buFontTx/>
              <a:buNone/>
              <a:defRPr/>
            </a:lvl3pPr>
            <a:lvl4pPr marL="447675" indent="0">
              <a:buFontTx/>
              <a:buNone/>
              <a:defRPr/>
            </a:lvl4pPr>
            <a:lvl5pPr marL="668020" indent="0">
              <a:buFontTx/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738708-4B3C-4CC1-1165-185DBB6F31FC}"/>
              </a:ext>
            </a:extLst>
          </p:cNvPr>
          <p:cNvSpPr/>
          <p:nvPr userDrawn="1"/>
        </p:nvSpPr>
        <p:spPr bwMode="auto">
          <a:xfrm>
            <a:off x="549852" y="842984"/>
            <a:ext cx="1223530" cy="1223530"/>
          </a:xfrm>
          <a:prstGeom prst="rect">
            <a:avLst/>
          </a:prstGeom>
          <a:solidFill>
            <a:srgbClr val="210079"/>
          </a:solidFill>
          <a:ln w="28575" algn="ctr">
            <a:noFill/>
            <a:round/>
          </a:ln>
        </p:spPr>
        <p:txBody>
          <a:bodyPr lIns="36000" tIns="0" rIns="36000" bIns="0" rtlCol="0" anchor="ctr"/>
          <a:lstStyle/>
          <a:p>
            <a:pPr algn="ctr" defTabSz="914400" eaLnBrk="1" hangingPunct="1"/>
            <a:endParaRPr lang="en-US" sz="1600" b="1" dirty="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pic>
        <p:nvPicPr>
          <p:cNvPr id="12" name="图形 11">
            <a:extLst>
              <a:ext uri="{FF2B5EF4-FFF2-40B4-BE49-F238E27FC236}">
                <a16:creationId xmlns:a16="http://schemas.microsoft.com/office/drawing/2014/main" id="{15BA68E8-014B-4E94-B4F6-7E5C4C761D1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6616" y="1196340"/>
            <a:ext cx="587022" cy="560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1375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6" userDrawn="1">
          <p15:clr>
            <a:srgbClr val="FBAE40"/>
          </p15:clr>
        </p15:guide>
        <p15:guide id="2" pos="7423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pter version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8D5D5F-B514-B63B-DA77-2B50C8BCE81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0413" cy="685958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F60F53D-FA0A-224F-824E-8A8A7E1671CE}"/>
              </a:ext>
            </a:extLst>
          </p:cNvPr>
          <p:cNvSpPr/>
          <p:nvPr userDrawn="1"/>
        </p:nvSpPr>
        <p:spPr bwMode="auto">
          <a:xfrm>
            <a:off x="0" y="0"/>
            <a:ext cx="12190413" cy="6859588"/>
          </a:xfrm>
          <a:prstGeom prst="rect">
            <a:avLst/>
          </a:prstGeom>
          <a:gradFill>
            <a:gsLst>
              <a:gs pos="0">
                <a:schemeClr val="tx1">
                  <a:alpha val="22000"/>
                </a:schemeClr>
              </a:gs>
              <a:gs pos="100000">
                <a:schemeClr val="tx1">
                  <a:lumMod val="95000"/>
                  <a:lumOff val="5000"/>
                  <a:alpha val="64000"/>
                </a:schemeClr>
              </a:gs>
            </a:gsLst>
            <a:lin ang="5400000" scaled="1"/>
          </a:gradFill>
          <a:ln w="19050" algn="ctr">
            <a:noFill/>
            <a:round/>
          </a:ln>
        </p:spPr>
        <p:txBody>
          <a:bodyPr lIns="36000" tIns="0" rIns="36000" bIns="0" rtlCol="0" anchor="ctr"/>
          <a:lstStyle/>
          <a:p>
            <a:pPr algn="ctr" defTabSz="914400" eaLnBrk="1" hangingPunct="1"/>
            <a:endParaRPr lang="en-US" sz="1600" b="1" dirty="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5BC8408-DB95-AA99-D81E-54C1F3FE2E8A}"/>
              </a:ext>
            </a:extLst>
          </p:cNvPr>
          <p:cNvSpPr/>
          <p:nvPr userDrawn="1"/>
        </p:nvSpPr>
        <p:spPr bwMode="auto">
          <a:xfrm>
            <a:off x="9393383" y="5245987"/>
            <a:ext cx="1108364" cy="1108364"/>
          </a:xfrm>
          <a:prstGeom prst="rect">
            <a:avLst/>
          </a:prstGeom>
          <a:noFill/>
          <a:ln w="28575" algn="ctr">
            <a:solidFill>
              <a:schemeClr val="bg2"/>
            </a:solidFill>
            <a:round/>
          </a:ln>
        </p:spPr>
        <p:txBody>
          <a:bodyPr lIns="36000" tIns="0" rIns="36000" bIns="0" rtlCol="0" anchor="ctr"/>
          <a:lstStyle/>
          <a:p>
            <a:pPr algn="ctr" defTabSz="914400" eaLnBrk="1" hangingPunct="1"/>
            <a:endParaRPr lang="en-US" sz="1600" b="1" dirty="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A63410-47CA-1580-54AB-032D88DFA7D2}"/>
              </a:ext>
            </a:extLst>
          </p:cNvPr>
          <p:cNvSpPr/>
          <p:nvPr userDrawn="1"/>
        </p:nvSpPr>
        <p:spPr bwMode="auto">
          <a:xfrm>
            <a:off x="5845031" y="5384532"/>
            <a:ext cx="498763" cy="498763"/>
          </a:xfrm>
          <a:prstGeom prst="rect">
            <a:avLst/>
          </a:prstGeom>
          <a:noFill/>
          <a:ln w="28575" algn="ctr">
            <a:solidFill>
              <a:schemeClr val="bg2"/>
            </a:solidFill>
            <a:round/>
          </a:ln>
        </p:spPr>
        <p:txBody>
          <a:bodyPr lIns="36000" tIns="0" rIns="36000" bIns="0" rtlCol="0" anchor="ctr"/>
          <a:lstStyle/>
          <a:p>
            <a:pPr algn="ctr" defTabSz="914400" eaLnBrk="1" hangingPunct="1"/>
            <a:endParaRPr lang="en-US" sz="1600" b="1" dirty="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EEE0DE26-A661-BBA3-DC8B-A84AE4B6BE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00" y="2642401"/>
            <a:ext cx="3813175" cy="78739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3200" b="1">
                <a:solidFill>
                  <a:schemeClr val="bg1"/>
                </a:solidFill>
              </a:defRPr>
            </a:lvl1pPr>
            <a:lvl2pPr marL="3175" indent="0">
              <a:buFontTx/>
              <a:buNone/>
              <a:defRPr/>
            </a:lvl2pPr>
            <a:lvl3pPr marL="231775" indent="0">
              <a:buFontTx/>
              <a:buNone/>
              <a:defRPr/>
            </a:lvl3pPr>
            <a:lvl4pPr marL="447675" indent="0">
              <a:buFontTx/>
              <a:buNone/>
              <a:defRPr/>
            </a:lvl4pPr>
            <a:lvl5pPr marL="668020" indent="0">
              <a:buFontTx/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53CBB6D2-5952-0449-FFB4-15B95383F91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0800" y="3470400"/>
            <a:ext cx="3813175" cy="78739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chemeClr val="bg1"/>
                </a:solidFill>
              </a:defRPr>
            </a:lvl1pPr>
            <a:lvl2pPr marL="3175" indent="0">
              <a:buFontTx/>
              <a:buNone/>
              <a:defRPr/>
            </a:lvl2pPr>
            <a:lvl3pPr marL="231775" indent="0">
              <a:buFontTx/>
              <a:buNone/>
              <a:defRPr/>
            </a:lvl3pPr>
            <a:lvl4pPr marL="447675" indent="0">
              <a:buFontTx/>
              <a:buNone/>
              <a:defRPr/>
            </a:lvl4pPr>
            <a:lvl5pPr marL="668020" indent="0">
              <a:buFontTx/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738708-4B3C-4CC1-1165-185DBB6F31FC}"/>
              </a:ext>
            </a:extLst>
          </p:cNvPr>
          <p:cNvSpPr/>
          <p:nvPr userDrawn="1"/>
        </p:nvSpPr>
        <p:spPr bwMode="auto">
          <a:xfrm>
            <a:off x="549852" y="842984"/>
            <a:ext cx="1223530" cy="1223530"/>
          </a:xfrm>
          <a:prstGeom prst="rect">
            <a:avLst/>
          </a:prstGeom>
          <a:solidFill>
            <a:srgbClr val="210079"/>
          </a:solidFill>
          <a:ln w="28575" algn="ctr">
            <a:noFill/>
            <a:round/>
          </a:ln>
        </p:spPr>
        <p:txBody>
          <a:bodyPr lIns="36000" tIns="0" rIns="36000" bIns="0" rtlCol="0" anchor="ctr"/>
          <a:lstStyle/>
          <a:p>
            <a:pPr algn="ctr" defTabSz="914400" eaLnBrk="1" hangingPunct="1"/>
            <a:endParaRPr lang="en-US" sz="1600" b="1" dirty="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5906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6" userDrawn="1">
          <p15:clr>
            <a:srgbClr val="FBAE40"/>
          </p15:clr>
        </p15:guide>
        <p15:guide id="2" pos="7423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hapter version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>
            <a:extLst>
              <a:ext uri="{FF2B5EF4-FFF2-40B4-BE49-F238E27FC236}">
                <a16:creationId xmlns:a16="http://schemas.microsoft.com/office/drawing/2014/main" id="{64FC98F2-6207-41E6-B3DF-568C643261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3413" y="-2"/>
            <a:ext cx="12193826" cy="6858002"/>
          </a:xfrm>
          <a:prstGeom prst="rect">
            <a:avLst/>
          </a:prstGeom>
        </p:spPr>
      </p:pic>
      <p:sp>
        <p:nvSpPr>
          <p:cNvPr id="20" name="AutoShape 3">
            <a:extLst>
              <a:ext uri="{FF2B5EF4-FFF2-40B4-BE49-F238E27FC236}">
                <a16:creationId xmlns:a16="http://schemas.microsoft.com/office/drawing/2014/main" id="{142C61D0-876D-44F5-AF61-76BABCF8088D}"/>
              </a:ext>
            </a:extLst>
          </p:cNvPr>
          <p:cNvSpPr/>
          <p:nvPr userDrawn="1"/>
        </p:nvSpPr>
        <p:spPr>
          <a:xfrm>
            <a:off x="0" y="0"/>
            <a:ext cx="12190413" cy="6859588"/>
          </a:xfrm>
          <a:prstGeom prst="rect">
            <a:avLst/>
          </a:prstGeom>
          <a:gradFill rotWithShape="0">
            <a:gsLst>
              <a:gs pos="0">
                <a:srgbClr val="000000">
                  <a:alpha val="22000"/>
                </a:srgbClr>
              </a:gs>
              <a:gs pos="100000">
                <a:srgbClr val="0D0D0D">
                  <a:alpha val="64000"/>
                </a:srgbClr>
              </a:gs>
            </a:gsLst>
            <a:lin ang="5400000"/>
          </a:gradFill>
          <a:ln w="12700">
            <a:noFill/>
            <a:prstDash val="solid"/>
            <a:round/>
          </a:ln>
        </p:spPr>
        <p:txBody>
          <a:bodyPr wrap="square" lIns="36000" tIns="0" rIns="36000" bIns="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2100" b="0" i="0" u="none" strike="noStrike" dirty="0">
                <a:solidFill>
                  <a:srgbClr val="000000"/>
                </a:solidFill>
                <a:latin typeface="+mj-lt"/>
                <a:ea typeface="+mj-ea"/>
                <a:cs typeface="Arial"/>
                <a:sym typeface="Arial"/>
              </a:rPr>
              <a:t> </a:t>
            </a:r>
            <a:endParaRPr lang="en-US" sz="1100" dirty="0">
              <a:latin typeface="+mj-lt"/>
              <a:ea typeface="+mj-ea"/>
            </a:endParaRPr>
          </a:p>
        </p:txBody>
      </p:sp>
      <p:sp>
        <p:nvSpPr>
          <p:cNvPr id="21" name="AutoShape 4">
            <a:extLst>
              <a:ext uri="{FF2B5EF4-FFF2-40B4-BE49-F238E27FC236}">
                <a16:creationId xmlns:a16="http://schemas.microsoft.com/office/drawing/2014/main" id="{B7E33B3A-9431-49FF-A58A-EF9756193BE4}"/>
              </a:ext>
            </a:extLst>
          </p:cNvPr>
          <p:cNvSpPr/>
          <p:nvPr userDrawn="1"/>
        </p:nvSpPr>
        <p:spPr>
          <a:xfrm>
            <a:off x="9393382" y="5245987"/>
            <a:ext cx="1108364" cy="1108364"/>
          </a:xfrm>
          <a:prstGeom prst="rect">
            <a:avLst/>
          </a:prstGeom>
          <a:noFill/>
          <a:ln w="25400">
            <a:solidFill>
              <a:srgbClr val="EEECE1">
                <a:alpha val="100000"/>
              </a:srgbClr>
            </a:solidFill>
            <a:prstDash val="solid"/>
            <a:round/>
          </a:ln>
        </p:spPr>
        <p:txBody>
          <a:bodyPr wrap="square" lIns="36000" tIns="0" rIns="36000" bIns="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2100" b="0" i="0" u="none" strike="noStrike" dirty="0">
                <a:solidFill>
                  <a:srgbClr val="000000"/>
                </a:solidFill>
                <a:latin typeface="+mj-lt"/>
                <a:ea typeface="+mj-ea"/>
                <a:cs typeface="Arial"/>
                <a:sym typeface="Arial"/>
              </a:rPr>
              <a:t> </a:t>
            </a:r>
            <a:endParaRPr lang="en-US" sz="1100" dirty="0">
              <a:latin typeface="+mj-lt"/>
              <a:ea typeface="+mj-ea"/>
            </a:endParaRPr>
          </a:p>
        </p:txBody>
      </p:sp>
      <p:sp>
        <p:nvSpPr>
          <p:cNvPr id="22" name="AutoShape 5">
            <a:extLst>
              <a:ext uri="{FF2B5EF4-FFF2-40B4-BE49-F238E27FC236}">
                <a16:creationId xmlns:a16="http://schemas.microsoft.com/office/drawing/2014/main" id="{0A0F09E2-2568-4B51-ACBB-868BAE561275}"/>
              </a:ext>
            </a:extLst>
          </p:cNvPr>
          <p:cNvSpPr/>
          <p:nvPr userDrawn="1"/>
        </p:nvSpPr>
        <p:spPr>
          <a:xfrm>
            <a:off x="5845030" y="5384532"/>
            <a:ext cx="498763" cy="498763"/>
          </a:xfrm>
          <a:prstGeom prst="rect">
            <a:avLst/>
          </a:prstGeom>
          <a:noFill/>
          <a:ln w="25400">
            <a:solidFill>
              <a:srgbClr val="EEECE1">
                <a:alpha val="100000"/>
              </a:srgbClr>
            </a:solidFill>
            <a:prstDash val="solid"/>
            <a:round/>
          </a:ln>
        </p:spPr>
        <p:txBody>
          <a:bodyPr wrap="square" lIns="36000" tIns="0" rIns="36000" bIns="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2100" b="0" i="0" u="none" strike="noStrike" dirty="0">
                <a:solidFill>
                  <a:srgbClr val="000000"/>
                </a:solidFill>
                <a:latin typeface="+mj-lt"/>
                <a:ea typeface="+mj-ea"/>
                <a:cs typeface="Arial"/>
                <a:sym typeface="Arial"/>
              </a:rPr>
              <a:t> </a:t>
            </a:r>
            <a:endParaRPr lang="en-US" sz="1100" dirty="0">
              <a:latin typeface="+mj-lt"/>
              <a:ea typeface="+mj-ea"/>
            </a:endParaRPr>
          </a:p>
        </p:txBody>
      </p:sp>
      <p:sp>
        <p:nvSpPr>
          <p:cNvPr id="23" name="AutoShape 8">
            <a:extLst>
              <a:ext uri="{FF2B5EF4-FFF2-40B4-BE49-F238E27FC236}">
                <a16:creationId xmlns:a16="http://schemas.microsoft.com/office/drawing/2014/main" id="{66BC2791-BF6C-42C9-8E97-6FC90FC9FDD7}"/>
              </a:ext>
            </a:extLst>
          </p:cNvPr>
          <p:cNvSpPr/>
          <p:nvPr userDrawn="1"/>
        </p:nvSpPr>
        <p:spPr>
          <a:xfrm>
            <a:off x="549851" y="842984"/>
            <a:ext cx="1223530" cy="1223530"/>
          </a:xfrm>
          <a:prstGeom prst="rect">
            <a:avLst/>
          </a:prstGeom>
          <a:solidFill>
            <a:srgbClr val="210079">
              <a:alpha val="100000"/>
            </a:srgbClr>
          </a:solidFill>
          <a:ln w="12700">
            <a:noFill/>
            <a:prstDash val="solid"/>
            <a:round/>
          </a:ln>
        </p:spPr>
        <p:txBody>
          <a:bodyPr wrap="square" lIns="36000" tIns="0" rIns="36000" bIns="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2100" b="0" i="0" u="none" strike="noStrike" dirty="0">
                <a:solidFill>
                  <a:srgbClr val="000000"/>
                </a:solidFill>
                <a:latin typeface="+mj-lt"/>
                <a:ea typeface="+mj-ea"/>
                <a:cs typeface="Arial"/>
                <a:sym typeface="Arial"/>
              </a:rPr>
              <a:t> </a:t>
            </a:r>
            <a:endParaRPr lang="en-US" sz="1100" dirty="0">
              <a:latin typeface="+mj-lt"/>
              <a:ea typeface="+mj-ea"/>
            </a:endParaRPr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EEE0DE26-A661-BBA3-DC8B-A84AE4B6BE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00" y="2642401"/>
            <a:ext cx="3813175" cy="78739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3200" b="1">
                <a:solidFill>
                  <a:schemeClr val="bg1"/>
                </a:solidFill>
              </a:defRPr>
            </a:lvl1pPr>
            <a:lvl2pPr marL="3175" indent="0">
              <a:buFontTx/>
              <a:buNone/>
              <a:defRPr/>
            </a:lvl2pPr>
            <a:lvl3pPr marL="231775" indent="0">
              <a:buFontTx/>
              <a:buNone/>
              <a:defRPr/>
            </a:lvl3pPr>
            <a:lvl4pPr marL="447675" indent="0">
              <a:buFontTx/>
              <a:buNone/>
              <a:defRPr/>
            </a:lvl4pPr>
            <a:lvl5pPr marL="668020" indent="0">
              <a:buFontTx/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53CBB6D2-5952-0449-FFB4-15B95383F91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0800" y="3470400"/>
            <a:ext cx="3813175" cy="78739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chemeClr val="bg1"/>
                </a:solidFill>
              </a:defRPr>
            </a:lvl1pPr>
            <a:lvl2pPr marL="3175" indent="0">
              <a:buFontTx/>
              <a:buNone/>
              <a:defRPr/>
            </a:lvl2pPr>
            <a:lvl3pPr marL="231775" indent="0">
              <a:buFontTx/>
              <a:buNone/>
              <a:defRPr/>
            </a:lvl3pPr>
            <a:lvl4pPr marL="447675" indent="0">
              <a:buFontTx/>
              <a:buNone/>
              <a:defRPr/>
            </a:lvl4pPr>
            <a:lvl5pPr marL="668020" indent="0">
              <a:buFontTx/>
              <a:buNone/>
              <a:defRPr/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75979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6">
          <p15:clr>
            <a:srgbClr val="FBAE40"/>
          </p15:clr>
        </p15:guide>
        <p15:guide id="2" pos="7423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hapter version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8D5D5F-B514-B63B-DA77-2B50C8BCE81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0413" cy="685958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F60F53D-FA0A-224F-824E-8A8A7E1671CE}"/>
              </a:ext>
            </a:extLst>
          </p:cNvPr>
          <p:cNvSpPr/>
          <p:nvPr userDrawn="1"/>
        </p:nvSpPr>
        <p:spPr bwMode="auto">
          <a:xfrm>
            <a:off x="0" y="0"/>
            <a:ext cx="12190413" cy="6859588"/>
          </a:xfrm>
          <a:prstGeom prst="rect">
            <a:avLst/>
          </a:prstGeom>
          <a:gradFill>
            <a:gsLst>
              <a:gs pos="0">
                <a:schemeClr val="tx1">
                  <a:alpha val="22000"/>
                </a:schemeClr>
              </a:gs>
              <a:gs pos="100000">
                <a:schemeClr val="tx1">
                  <a:lumMod val="95000"/>
                  <a:lumOff val="5000"/>
                  <a:alpha val="64000"/>
                </a:schemeClr>
              </a:gs>
            </a:gsLst>
            <a:lin ang="5400000" scaled="1"/>
          </a:gradFill>
          <a:ln w="19050" algn="ctr">
            <a:noFill/>
            <a:round/>
          </a:ln>
        </p:spPr>
        <p:txBody>
          <a:bodyPr lIns="36000" tIns="0" rIns="36000" bIns="0" rtlCol="0" anchor="ctr"/>
          <a:lstStyle/>
          <a:p>
            <a:pPr algn="ctr" defTabSz="914400" eaLnBrk="1" hangingPunct="1"/>
            <a:endParaRPr lang="en-US" sz="1600" b="1" dirty="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5BC8408-DB95-AA99-D81E-54C1F3FE2E8A}"/>
              </a:ext>
            </a:extLst>
          </p:cNvPr>
          <p:cNvSpPr/>
          <p:nvPr userDrawn="1"/>
        </p:nvSpPr>
        <p:spPr bwMode="auto">
          <a:xfrm>
            <a:off x="9393383" y="5245987"/>
            <a:ext cx="1108364" cy="1108364"/>
          </a:xfrm>
          <a:prstGeom prst="rect">
            <a:avLst/>
          </a:prstGeom>
          <a:noFill/>
          <a:ln w="28575" algn="ctr">
            <a:solidFill>
              <a:schemeClr val="bg2"/>
            </a:solidFill>
            <a:round/>
          </a:ln>
        </p:spPr>
        <p:txBody>
          <a:bodyPr lIns="36000" tIns="0" rIns="36000" bIns="0" rtlCol="0" anchor="ctr"/>
          <a:lstStyle/>
          <a:p>
            <a:pPr algn="ctr" defTabSz="914400" eaLnBrk="1" hangingPunct="1"/>
            <a:endParaRPr lang="en-US" sz="1600" b="1" dirty="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A63410-47CA-1580-54AB-032D88DFA7D2}"/>
              </a:ext>
            </a:extLst>
          </p:cNvPr>
          <p:cNvSpPr/>
          <p:nvPr userDrawn="1"/>
        </p:nvSpPr>
        <p:spPr bwMode="auto">
          <a:xfrm>
            <a:off x="5845031" y="5384532"/>
            <a:ext cx="498763" cy="498763"/>
          </a:xfrm>
          <a:prstGeom prst="rect">
            <a:avLst/>
          </a:prstGeom>
          <a:noFill/>
          <a:ln w="28575" algn="ctr">
            <a:solidFill>
              <a:schemeClr val="bg2"/>
            </a:solidFill>
            <a:round/>
          </a:ln>
        </p:spPr>
        <p:txBody>
          <a:bodyPr lIns="36000" tIns="0" rIns="36000" bIns="0" rtlCol="0" anchor="ctr"/>
          <a:lstStyle/>
          <a:p>
            <a:pPr algn="ctr" defTabSz="914400" eaLnBrk="1" hangingPunct="1"/>
            <a:endParaRPr lang="en-US" sz="1600" b="1" dirty="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EEE0DE26-A661-BBA3-DC8B-A84AE4B6BE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00" y="2642401"/>
            <a:ext cx="3813175" cy="78739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3200" b="1">
                <a:solidFill>
                  <a:schemeClr val="bg1"/>
                </a:solidFill>
              </a:defRPr>
            </a:lvl1pPr>
            <a:lvl2pPr marL="3175" indent="0">
              <a:buFontTx/>
              <a:buNone/>
              <a:defRPr/>
            </a:lvl2pPr>
            <a:lvl3pPr marL="231775" indent="0">
              <a:buFontTx/>
              <a:buNone/>
              <a:defRPr/>
            </a:lvl3pPr>
            <a:lvl4pPr marL="447675" indent="0">
              <a:buFontTx/>
              <a:buNone/>
              <a:defRPr/>
            </a:lvl4pPr>
            <a:lvl5pPr marL="668020" indent="0">
              <a:buFontTx/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53CBB6D2-5952-0449-FFB4-15B95383F91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0800" y="3470400"/>
            <a:ext cx="3813175" cy="78739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chemeClr val="bg1"/>
                </a:solidFill>
              </a:defRPr>
            </a:lvl1pPr>
            <a:lvl2pPr marL="3175" indent="0">
              <a:buFontTx/>
              <a:buNone/>
              <a:defRPr/>
            </a:lvl2pPr>
            <a:lvl3pPr marL="231775" indent="0">
              <a:buFontTx/>
              <a:buNone/>
              <a:defRPr/>
            </a:lvl3pPr>
            <a:lvl4pPr marL="447675" indent="0">
              <a:buFontTx/>
              <a:buNone/>
              <a:defRPr/>
            </a:lvl4pPr>
            <a:lvl5pPr marL="668020" indent="0">
              <a:buFontTx/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738708-4B3C-4CC1-1165-185DBB6F31FC}"/>
              </a:ext>
            </a:extLst>
          </p:cNvPr>
          <p:cNvSpPr/>
          <p:nvPr userDrawn="1"/>
        </p:nvSpPr>
        <p:spPr bwMode="auto">
          <a:xfrm>
            <a:off x="549852" y="842984"/>
            <a:ext cx="1223530" cy="1223530"/>
          </a:xfrm>
          <a:prstGeom prst="rect">
            <a:avLst/>
          </a:prstGeom>
          <a:solidFill>
            <a:srgbClr val="210079"/>
          </a:solidFill>
          <a:ln w="28575" algn="ctr">
            <a:noFill/>
            <a:round/>
          </a:ln>
        </p:spPr>
        <p:txBody>
          <a:bodyPr lIns="36000" tIns="0" rIns="36000" bIns="0" rtlCol="0" anchor="ctr"/>
          <a:lstStyle/>
          <a:p>
            <a:pPr algn="ctr" defTabSz="914400" eaLnBrk="1" hangingPunct="1"/>
            <a:endParaRPr lang="en-US" sz="1600" b="1" dirty="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41478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6" userDrawn="1">
          <p15:clr>
            <a:srgbClr val="FBAE40"/>
          </p15:clr>
        </p15:guide>
        <p15:guide id="2" pos="7423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hapter version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8D5D5F-B514-B63B-DA77-2B50C8BCE81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0413" cy="685958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F60F53D-FA0A-224F-824E-8A8A7E1671CE}"/>
              </a:ext>
            </a:extLst>
          </p:cNvPr>
          <p:cNvSpPr/>
          <p:nvPr userDrawn="1"/>
        </p:nvSpPr>
        <p:spPr bwMode="auto">
          <a:xfrm>
            <a:off x="0" y="0"/>
            <a:ext cx="12190413" cy="6859588"/>
          </a:xfrm>
          <a:prstGeom prst="rect">
            <a:avLst/>
          </a:prstGeom>
          <a:gradFill>
            <a:gsLst>
              <a:gs pos="0">
                <a:schemeClr val="tx1">
                  <a:alpha val="22000"/>
                </a:schemeClr>
              </a:gs>
              <a:gs pos="100000">
                <a:schemeClr val="tx1">
                  <a:lumMod val="95000"/>
                  <a:lumOff val="5000"/>
                  <a:alpha val="64000"/>
                </a:schemeClr>
              </a:gs>
            </a:gsLst>
            <a:lin ang="5400000" scaled="1"/>
          </a:gradFill>
          <a:ln w="19050" algn="ctr">
            <a:noFill/>
            <a:round/>
          </a:ln>
        </p:spPr>
        <p:txBody>
          <a:bodyPr lIns="36000" tIns="0" rIns="36000" bIns="0" rtlCol="0" anchor="ctr"/>
          <a:lstStyle/>
          <a:p>
            <a:pPr algn="ctr" defTabSz="914400" eaLnBrk="1" hangingPunct="1"/>
            <a:endParaRPr lang="en-US" sz="1600" b="1" dirty="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5BC8408-DB95-AA99-D81E-54C1F3FE2E8A}"/>
              </a:ext>
            </a:extLst>
          </p:cNvPr>
          <p:cNvSpPr/>
          <p:nvPr userDrawn="1"/>
        </p:nvSpPr>
        <p:spPr bwMode="auto">
          <a:xfrm>
            <a:off x="9393383" y="5245987"/>
            <a:ext cx="1108364" cy="1108364"/>
          </a:xfrm>
          <a:prstGeom prst="rect">
            <a:avLst/>
          </a:prstGeom>
          <a:noFill/>
          <a:ln w="28575" algn="ctr">
            <a:solidFill>
              <a:schemeClr val="bg2"/>
            </a:solidFill>
            <a:round/>
          </a:ln>
        </p:spPr>
        <p:txBody>
          <a:bodyPr lIns="36000" tIns="0" rIns="36000" bIns="0" rtlCol="0" anchor="ctr"/>
          <a:lstStyle/>
          <a:p>
            <a:pPr algn="ctr" defTabSz="914400" eaLnBrk="1" hangingPunct="1"/>
            <a:endParaRPr lang="en-US" sz="1600" b="1" dirty="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A63410-47CA-1580-54AB-032D88DFA7D2}"/>
              </a:ext>
            </a:extLst>
          </p:cNvPr>
          <p:cNvSpPr/>
          <p:nvPr userDrawn="1"/>
        </p:nvSpPr>
        <p:spPr bwMode="auto">
          <a:xfrm>
            <a:off x="5845031" y="5384532"/>
            <a:ext cx="498763" cy="498763"/>
          </a:xfrm>
          <a:prstGeom prst="rect">
            <a:avLst/>
          </a:prstGeom>
          <a:noFill/>
          <a:ln w="28575" algn="ctr">
            <a:solidFill>
              <a:schemeClr val="bg2"/>
            </a:solidFill>
            <a:round/>
          </a:ln>
        </p:spPr>
        <p:txBody>
          <a:bodyPr lIns="36000" tIns="0" rIns="36000" bIns="0" rtlCol="0" anchor="ctr"/>
          <a:lstStyle/>
          <a:p>
            <a:pPr algn="ctr" defTabSz="914400" eaLnBrk="1" hangingPunct="1"/>
            <a:endParaRPr lang="en-US" sz="1600" b="1" dirty="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EEE0DE26-A661-BBA3-DC8B-A84AE4B6BE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00" y="2642401"/>
            <a:ext cx="3813175" cy="78739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3200" b="1">
                <a:solidFill>
                  <a:schemeClr val="bg1"/>
                </a:solidFill>
              </a:defRPr>
            </a:lvl1pPr>
            <a:lvl2pPr marL="3175" indent="0">
              <a:buFontTx/>
              <a:buNone/>
              <a:defRPr/>
            </a:lvl2pPr>
            <a:lvl3pPr marL="231775" indent="0">
              <a:buFontTx/>
              <a:buNone/>
              <a:defRPr/>
            </a:lvl3pPr>
            <a:lvl4pPr marL="447675" indent="0">
              <a:buFontTx/>
              <a:buNone/>
              <a:defRPr/>
            </a:lvl4pPr>
            <a:lvl5pPr marL="668020" indent="0">
              <a:buFontTx/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53CBB6D2-5952-0449-FFB4-15B95383F91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0800" y="3470400"/>
            <a:ext cx="3813175" cy="78739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chemeClr val="bg1"/>
                </a:solidFill>
              </a:defRPr>
            </a:lvl1pPr>
            <a:lvl2pPr marL="3175" indent="0">
              <a:buFontTx/>
              <a:buNone/>
              <a:defRPr/>
            </a:lvl2pPr>
            <a:lvl3pPr marL="231775" indent="0">
              <a:buFontTx/>
              <a:buNone/>
              <a:defRPr/>
            </a:lvl3pPr>
            <a:lvl4pPr marL="447675" indent="0">
              <a:buFontTx/>
              <a:buNone/>
              <a:defRPr/>
            </a:lvl4pPr>
            <a:lvl5pPr marL="668020" indent="0">
              <a:buFontTx/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738708-4B3C-4CC1-1165-185DBB6F31FC}"/>
              </a:ext>
            </a:extLst>
          </p:cNvPr>
          <p:cNvSpPr/>
          <p:nvPr userDrawn="1"/>
        </p:nvSpPr>
        <p:spPr bwMode="auto">
          <a:xfrm>
            <a:off x="549852" y="842984"/>
            <a:ext cx="1223530" cy="1223530"/>
          </a:xfrm>
          <a:prstGeom prst="rect">
            <a:avLst/>
          </a:prstGeom>
          <a:solidFill>
            <a:srgbClr val="210079"/>
          </a:solidFill>
          <a:ln w="28575" algn="ctr">
            <a:noFill/>
            <a:round/>
          </a:ln>
        </p:spPr>
        <p:txBody>
          <a:bodyPr lIns="36000" tIns="0" rIns="36000" bIns="0" rtlCol="0" anchor="ctr"/>
          <a:lstStyle/>
          <a:p>
            <a:pPr algn="ctr" defTabSz="914400" eaLnBrk="1" hangingPunct="1"/>
            <a:endParaRPr lang="en-US" sz="1600" b="1" dirty="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62042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6" userDrawn="1">
          <p15:clr>
            <a:srgbClr val="FBAE40"/>
          </p15:clr>
        </p15:guide>
        <p15:guide id="2" pos="7423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hapter version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>
            <a:extLst>
              <a:ext uri="{FF2B5EF4-FFF2-40B4-BE49-F238E27FC236}">
                <a16:creationId xmlns:a16="http://schemas.microsoft.com/office/drawing/2014/main" id="{05DFFA47-554F-460F-8ECB-F7FBA488665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584"/>
          <a:stretch/>
        </p:blipFill>
        <p:spPr>
          <a:xfrm>
            <a:off x="0" y="0"/>
            <a:ext cx="12179300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F60F53D-FA0A-224F-824E-8A8A7E1671CE}"/>
              </a:ext>
            </a:extLst>
          </p:cNvPr>
          <p:cNvSpPr/>
          <p:nvPr userDrawn="1"/>
        </p:nvSpPr>
        <p:spPr bwMode="auto">
          <a:xfrm>
            <a:off x="0" y="0"/>
            <a:ext cx="12190413" cy="6859588"/>
          </a:xfrm>
          <a:prstGeom prst="rect">
            <a:avLst/>
          </a:prstGeom>
          <a:gradFill>
            <a:gsLst>
              <a:gs pos="0">
                <a:schemeClr val="tx1">
                  <a:alpha val="22000"/>
                </a:schemeClr>
              </a:gs>
              <a:gs pos="100000">
                <a:schemeClr val="tx1">
                  <a:lumMod val="95000"/>
                  <a:lumOff val="5000"/>
                  <a:alpha val="64000"/>
                </a:schemeClr>
              </a:gs>
            </a:gsLst>
            <a:lin ang="5400000" scaled="1"/>
          </a:gradFill>
          <a:ln w="19050" algn="ctr">
            <a:noFill/>
            <a:round/>
          </a:ln>
        </p:spPr>
        <p:txBody>
          <a:bodyPr lIns="36000" tIns="0" rIns="36000" bIns="0" rtlCol="0" anchor="ctr"/>
          <a:lstStyle/>
          <a:p>
            <a:pPr algn="ctr" defTabSz="914400" eaLnBrk="1" hangingPunct="1"/>
            <a:endParaRPr lang="en-US" sz="1600" b="1" dirty="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5BC8408-DB95-AA99-D81E-54C1F3FE2E8A}"/>
              </a:ext>
            </a:extLst>
          </p:cNvPr>
          <p:cNvSpPr/>
          <p:nvPr userDrawn="1"/>
        </p:nvSpPr>
        <p:spPr bwMode="auto">
          <a:xfrm>
            <a:off x="9393383" y="5245987"/>
            <a:ext cx="1108364" cy="1108364"/>
          </a:xfrm>
          <a:prstGeom prst="rect">
            <a:avLst/>
          </a:prstGeom>
          <a:noFill/>
          <a:ln w="28575" algn="ctr">
            <a:solidFill>
              <a:srgbClr val="44546A"/>
            </a:solidFill>
            <a:round/>
          </a:ln>
        </p:spPr>
        <p:txBody>
          <a:bodyPr lIns="36000" tIns="0" rIns="36000" bIns="0" rtlCol="0" anchor="ctr"/>
          <a:lstStyle/>
          <a:p>
            <a:pPr algn="ctr" defTabSz="914400" eaLnBrk="1" hangingPunct="1"/>
            <a:endParaRPr lang="en-US" sz="1600" b="1" dirty="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A63410-47CA-1580-54AB-032D88DFA7D2}"/>
              </a:ext>
            </a:extLst>
          </p:cNvPr>
          <p:cNvSpPr/>
          <p:nvPr userDrawn="1"/>
        </p:nvSpPr>
        <p:spPr bwMode="auto">
          <a:xfrm>
            <a:off x="5845031" y="5384532"/>
            <a:ext cx="498763" cy="498763"/>
          </a:xfrm>
          <a:prstGeom prst="rect">
            <a:avLst/>
          </a:prstGeom>
          <a:noFill/>
          <a:ln w="28575" algn="ctr">
            <a:solidFill>
              <a:srgbClr val="44546A"/>
            </a:solidFill>
            <a:round/>
          </a:ln>
        </p:spPr>
        <p:txBody>
          <a:bodyPr lIns="36000" tIns="0" rIns="36000" bIns="0" rtlCol="0" anchor="ctr"/>
          <a:lstStyle/>
          <a:p>
            <a:pPr algn="ctr" defTabSz="914400" eaLnBrk="1" hangingPunct="1"/>
            <a:endParaRPr lang="en-US" sz="1600" b="1" dirty="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EEE0DE26-A661-BBA3-DC8B-A84AE4B6BE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00" y="2642401"/>
            <a:ext cx="3813175" cy="78739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3200" b="1">
                <a:solidFill>
                  <a:schemeClr val="bg1"/>
                </a:solidFill>
              </a:defRPr>
            </a:lvl1pPr>
            <a:lvl2pPr marL="3175" indent="0">
              <a:buFontTx/>
              <a:buNone/>
              <a:defRPr/>
            </a:lvl2pPr>
            <a:lvl3pPr marL="231775" indent="0">
              <a:buFontTx/>
              <a:buNone/>
              <a:defRPr/>
            </a:lvl3pPr>
            <a:lvl4pPr marL="447675" indent="0">
              <a:buFontTx/>
              <a:buNone/>
              <a:defRPr/>
            </a:lvl4pPr>
            <a:lvl5pPr marL="668020" indent="0">
              <a:buFontTx/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53CBB6D2-5952-0449-FFB4-15B95383F91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0800" y="3470400"/>
            <a:ext cx="3813175" cy="78739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chemeClr val="bg1"/>
                </a:solidFill>
              </a:defRPr>
            </a:lvl1pPr>
            <a:lvl2pPr marL="3175" indent="0">
              <a:buFontTx/>
              <a:buNone/>
              <a:defRPr/>
            </a:lvl2pPr>
            <a:lvl3pPr marL="231775" indent="0">
              <a:buFontTx/>
              <a:buNone/>
              <a:defRPr/>
            </a:lvl3pPr>
            <a:lvl4pPr marL="447675" indent="0">
              <a:buFontTx/>
              <a:buNone/>
              <a:defRPr/>
            </a:lvl4pPr>
            <a:lvl5pPr marL="668020" indent="0">
              <a:buFontTx/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738708-4B3C-4CC1-1165-185DBB6F31FC}"/>
              </a:ext>
            </a:extLst>
          </p:cNvPr>
          <p:cNvSpPr/>
          <p:nvPr userDrawn="1"/>
        </p:nvSpPr>
        <p:spPr bwMode="auto">
          <a:xfrm>
            <a:off x="549852" y="842984"/>
            <a:ext cx="1223530" cy="1223530"/>
          </a:xfrm>
          <a:prstGeom prst="rect">
            <a:avLst/>
          </a:prstGeom>
          <a:solidFill>
            <a:srgbClr val="210079"/>
          </a:solidFill>
          <a:ln w="28575" algn="ctr">
            <a:noFill/>
            <a:round/>
          </a:ln>
        </p:spPr>
        <p:txBody>
          <a:bodyPr lIns="36000" tIns="0" rIns="36000" bIns="0" rtlCol="0" anchor="ctr"/>
          <a:lstStyle/>
          <a:p>
            <a:pPr algn="ctr" defTabSz="914400" eaLnBrk="1" hangingPunct="1"/>
            <a:endParaRPr lang="en-US" sz="1600" b="1" dirty="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9913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6">
          <p15:clr>
            <a:srgbClr val="FBAE40"/>
          </p15:clr>
        </p15:guide>
        <p15:guide id="2" pos="7423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hapter version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>
            <a:extLst>
              <a:ext uri="{FF2B5EF4-FFF2-40B4-BE49-F238E27FC236}">
                <a16:creationId xmlns:a16="http://schemas.microsoft.com/office/drawing/2014/main" id="{1BFE3F75-ACF2-4EC0-8FCB-2C9D536EE04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2" y="0"/>
            <a:ext cx="12190414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F60F53D-FA0A-224F-824E-8A8A7E1671CE}"/>
              </a:ext>
            </a:extLst>
          </p:cNvPr>
          <p:cNvSpPr/>
          <p:nvPr userDrawn="1"/>
        </p:nvSpPr>
        <p:spPr bwMode="auto">
          <a:xfrm>
            <a:off x="1" y="0"/>
            <a:ext cx="12190412" cy="6859588"/>
          </a:xfrm>
          <a:prstGeom prst="rect">
            <a:avLst/>
          </a:prstGeom>
          <a:gradFill>
            <a:gsLst>
              <a:gs pos="0">
                <a:schemeClr val="tx1">
                  <a:alpha val="22000"/>
                </a:schemeClr>
              </a:gs>
              <a:gs pos="100000">
                <a:schemeClr val="tx1">
                  <a:lumMod val="95000"/>
                  <a:lumOff val="5000"/>
                  <a:alpha val="64000"/>
                </a:schemeClr>
              </a:gs>
            </a:gsLst>
            <a:lin ang="5400000" scaled="1"/>
          </a:gradFill>
          <a:ln w="19050" algn="ctr">
            <a:noFill/>
            <a:round/>
          </a:ln>
        </p:spPr>
        <p:txBody>
          <a:bodyPr lIns="36000" tIns="0" rIns="36000" bIns="0" rtlCol="0" anchor="ctr"/>
          <a:lstStyle/>
          <a:p>
            <a:pPr algn="ctr" defTabSz="914400" eaLnBrk="1" hangingPunct="1"/>
            <a:endParaRPr lang="en-US" sz="1600" b="1" dirty="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EEE0DE26-A661-BBA3-DC8B-A84AE4B6BE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00" y="2642401"/>
            <a:ext cx="3813175" cy="78739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3200" b="1">
                <a:solidFill>
                  <a:schemeClr val="bg1"/>
                </a:solidFill>
              </a:defRPr>
            </a:lvl1pPr>
            <a:lvl2pPr marL="3175" indent="0">
              <a:buFontTx/>
              <a:buNone/>
              <a:defRPr/>
            </a:lvl2pPr>
            <a:lvl3pPr marL="231775" indent="0">
              <a:buFontTx/>
              <a:buNone/>
              <a:defRPr/>
            </a:lvl3pPr>
            <a:lvl4pPr marL="447675" indent="0">
              <a:buFontTx/>
              <a:buNone/>
              <a:defRPr/>
            </a:lvl4pPr>
            <a:lvl5pPr marL="668020" indent="0">
              <a:buFontTx/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53CBB6D2-5952-0449-FFB4-15B95383F91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0800" y="3470400"/>
            <a:ext cx="3813175" cy="78739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chemeClr val="bg1"/>
                </a:solidFill>
              </a:defRPr>
            </a:lvl1pPr>
            <a:lvl2pPr marL="3175" indent="0">
              <a:buFontTx/>
              <a:buNone/>
              <a:defRPr/>
            </a:lvl2pPr>
            <a:lvl3pPr marL="231775" indent="0">
              <a:buFontTx/>
              <a:buNone/>
              <a:defRPr/>
            </a:lvl3pPr>
            <a:lvl4pPr marL="447675" indent="0">
              <a:buFontTx/>
              <a:buNone/>
              <a:defRPr/>
            </a:lvl4pPr>
            <a:lvl5pPr marL="668020" indent="0">
              <a:buFontTx/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738708-4B3C-4CC1-1165-185DBB6F31FC}"/>
              </a:ext>
            </a:extLst>
          </p:cNvPr>
          <p:cNvSpPr/>
          <p:nvPr userDrawn="1"/>
        </p:nvSpPr>
        <p:spPr bwMode="auto">
          <a:xfrm>
            <a:off x="549852" y="842984"/>
            <a:ext cx="1223530" cy="1223530"/>
          </a:xfrm>
          <a:prstGeom prst="rect">
            <a:avLst/>
          </a:prstGeom>
          <a:solidFill>
            <a:srgbClr val="210079"/>
          </a:solidFill>
          <a:ln w="28575" algn="ctr">
            <a:noFill/>
            <a:round/>
          </a:ln>
        </p:spPr>
        <p:txBody>
          <a:bodyPr lIns="36000" tIns="0" rIns="36000" bIns="0" rtlCol="0" anchor="ctr"/>
          <a:lstStyle/>
          <a:p>
            <a:pPr algn="ctr" defTabSz="914400" eaLnBrk="1" hangingPunct="1"/>
            <a:endParaRPr lang="en-US" sz="1600" b="1" dirty="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15" name="Rectangle 8">
            <a:extLst>
              <a:ext uri="{FF2B5EF4-FFF2-40B4-BE49-F238E27FC236}">
                <a16:creationId xmlns:a16="http://schemas.microsoft.com/office/drawing/2014/main" id="{E3D9ACDD-61BD-4DE6-8BEA-0BCA76AFC293}"/>
              </a:ext>
            </a:extLst>
          </p:cNvPr>
          <p:cNvSpPr/>
          <p:nvPr userDrawn="1"/>
        </p:nvSpPr>
        <p:spPr bwMode="auto">
          <a:xfrm>
            <a:off x="9015701" y="2641789"/>
            <a:ext cx="1107354" cy="1108107"/>
          </a:xfrm>
          <a:prstGeom prst="rect">
            <a:avLst/>
          </a:prstGeom>
          <a:noFill/>
          <a:ln w="28575" algn="ctr">
            <a:solidFill>
              <a:srgbClr val="44546A"/>
            </a:solidFill>
            <a:round/>
          </a:ln>
        </p:spPr>
        <p:txBody>
          <a:bodyPr lIns="35967" tIns="0" rIns="35967" bIns="0" rtlCol="0" anchor="ctr"/>
          <a:lstStyle/>
          <a:p>
            <a:pPr algn="ctr" defTabSz="913577" eaLnBrk="1" hangingPunct="1"/>
            <a:endParaRPr lang="en-US" sz="1599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id="{156597A9-3EA3-402A-8919-B611843068A7}"/>
              </a:ext>
            </a:extLst>
          </p:cNvPr>
          <p:cNvSpPr/>
          <p:nvPr userDrawn="1"/>
        </p:nvSpPr>
        <p:spPr bwMode="auto">
          <a:xfrm>
            <a:off x="10121658" y="3749897"/>
            <a:ext cx="498308" cy="498648"/>
          </a:xfrm>
          <a:prstGeom prst="rect">
            <a:avLst/>
          </a:prstGeom>
          <a:noFill/>
          <a:ln w="28575" algn="ctr">
            <a:solidFill>
              <a:srgbClr val="44546A"/>
            </a:solidFill>
            <a:round/>
          </a:ln>
        </p:spPr>
        <p:txBody>
          <a:bodyPr lIns="35967" tIns="0" rIns="35967" bIns="0" rtlCol="0" anchor="ctr"/>
          <a:lstStyle/>
          <a:p>
            <a:pPr algn="ctr" defTabSz="913577" eaLnBrk="1" hangingPunct="1"/>
            <a:endParaRPr lang="en-US" sz="1599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9" name="Graphic 5">
            <a:extLst>
              <a:ext uri="{FF2B5EF4-FFF2-40B4-BE49-F238E27FC236}">
                <a16:creationId xmlns:a16="http://schemas.microsoft.com/office/drawing/2014/main" id="{E6D81E21-11FF-47D4-B2C1-8BDC568AF24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75096" y="1141747"/>
            <a:ext cx="570924" cy="628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8473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6">
          <p15:clr>
            <a:srgbClr val="FBAE40"/>
          </p15:clr>
        </p15:guide>
        <p15:guide id="2" pos="7423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hapter version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>
            <a:extLst>
              <a:ext uri="{FF2B5EF4-FFF2-40B4-BE49-F238E27FC236}">
                <a16:creationId xmlns:a16="http://schemas.microsoft.com/office/drawing/2014/main" id="{C021AF3D-52F2-4E0F-BEEC-1BA16E4EF2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1" y="0"/>
            <a:ext cx="12190413" cy="6858000"/>
          </a:xfrm>
          <a:prstGeom prst="rect">
            <a:avLst/>
          </a:prstGeom>
        </p:spPr>
      </p:pic>
      <p:sp>
        <p:nvSpPr>
          <p:cNvPr id="12" name="Rectangle 6">
            <a:extLst>
              <a:ext uri="{FF2B5EF4-FFF2-40B4-BE49-F238E27FC236}">
                <a16:creationId xmlns:a16="http://schemas.microsoft.com/office/drawing/2014/main" id="{CD431427-DCC4-45F9-9083-266AE40D746C}"/>
              </a:ext>
            </a:extLst>
          </p:cNvPr>
          <p:cNvSpPr/>
          <p:nvPr userDrawn="1"/>
        </p:nvSpPr>
        <p:spPr bwMode="auto">
          <a:xfrm>
            <a:off x="0" y="0"/>
            <a:ext cx="12190412" cy="6858000"/>
          </a:xfrm>
          <a:prstGeom prst="rect">
            <a:avLst/>
          </a:prstGeom>
          <a:gradFill>
            <a:gsLst>
              <a:gs pos="0">
                <a:schemeClr val="tx1">
                  <a:alpha val="22000"/>
                </a:schemeClr>
              </a:gs>
              <a:gs pos="100000">
                <a:schemeClr val="tx1">
                  <a:lumMod val="95000"/>
                  <a:lumOff val="5000"/>
                  <a:alpha val="64000"/>
                </a:schemeClr>
              </a:gs>
            </a:gsLst>
            <a:lin ang="5400000" scaled="1"/>
          </a:gradFill>
          <a:ln w="19050" algn="ctr">
            <a:noFill/>
            <a:round/>
          </a:ln>
        </p:spPr>
        <p:txBody>
          <a:bodyPr lIns="35967" tIns="0" rIns="35967" bIns="0" rtlCol="0" anchor="ctr"/>
          <a:lstStyle/>
          <a:p>
            <a:pPr algn="ctr" defTabSz="913577" eaLnBrk="1" hangingPunct="1"/>
            <a:endParaRPr lang="en-US" sz="1599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EA845564-A05D-44A5-99A5-4EAB06C8661B}"/>
              </a:ext>
            </a:extLst>
          </p:cNvPr>
          <p:cNvSpPr/>
          <p:nvPr userDrawn="1"/>
        </p:nvSpPr>
        <p:spPr bwMode="auto">
          <a:xfrm>
            <a:off x="549351" y="842789"/>
            <a:ext cx="1222415" cy="1223247"/>
          </a:xfrm>
          <a:prstGeom prst="rect">
            <a:avLst/>
          </a:prstGeom>
          <a:solidFill>
            <a:srgbClr val="210079"/>
          </a:solidFill>
          <a:ln w="28575" algn="ctr">
            <a:noFill/>
            <a:round/>
          </a:ln>
        </p:spPr>
        <p:txBody>
          <a:bodyPr lIns="35967" tIns="0" rIns="35967" bIns="0" rtlCol="0" anchor="ctr"/>
          <a:lstStyle/>
          <a:p>
            <a:pPr algn="ctr" defTabSz="913577" eaLnBrk="1" hangingPunct="1"/>
            <a:endParaRPr lang="en-US" sz="1599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A0801284-9120-4B2E-ACB4-03F3493F4C7E}"/>
              </a:ext>
            </a:extLst>
          </p:cNvPr>
          <p:cNvSpPr/>
          <p:nvPr userDrawn="1"/>
        </p:nvSpPr>
        <p:spPr bwMode="auto">
          <a:xfrm>
            <a:off x="9863086" y="4256809"/>
            <a:ext cx="498308" cy="498648"/>
          </a:xfrm>
          <a:prstGeom prst="rect">
            <a:avLst/>
          </a:prstGeom>
          <a:noFill/>
          <a:ln w="28575" algn="ctr">
            <a:solidFill>
              <a:srgbClr val="44546A"/>
            </a:solidFill>
            <a:round/>
          </a:ln>
        </p:spPr>
        <p:txBody>
          <a:bodyPr lIns="35967" tIns="0" rIns="35967" bIns="0" rtlCol="0" anchor="ctr"/>
          <a:lstStyle/>
          <a:p>
            <a:pPr algn="ctr" defTabSz="913577" eaLnBrk="1" hangingPunct="1"/>
            <a:endParaRPr lang="en-US" sz="1599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5" name="Rectangle 7">
            <a:extLst>
              <a:ext uri="{FF2B5EF4-FFF2-40B4-BE49-F238E27FC236}">
                <a16:creationId xmlns:a16="http://schemas.microsoft.com/office/drawing/2014/main" id="{861C2592-01C8-47EC-BDD4-30EC8F33584E}"/>
              </a:ext>
            </a:extLst>
          </p:cNvPr>
          <p:cNvSpPr/>
          <p:nvPr userDrawn="1"/>
        </p:nvSpPr>
        <p:spPr bwMode="auto">
          <a:xfrm>
            <a:off x="7103930" y="1274153"/>
            <a:ext cx="1222415" cy="1223247"/>
          </a:xfrm>
          <a:prstGeom prst="rect">
            <a:avLst/>
          </a:prstGeom>
          <a:noFill/>
          <a:ln w="28575" algn="ctr">
            <a:solidFill>
              <a:srgbClr val="44546A"/>
            </a:solidFill>
            <a:round/>
          </a:ln>
        </p:spPr>
        <p:txBody>
          <a:bodyPr lIns="35967" tIns="0" rIns="35967" bIns="0" rtlCol="0" anchor="ctr"/>
          <a:lstStyle/>
          <a:p>
            <a:pPr algn="ctr" defTabSz="913577" eaLnBrk="1" hangingPunct="1"/>
            <a:endParaRPr lang="en-US" sz="1599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EEE0DE26-A661-BBA3-DC8B-A84AE4B6BE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00" y="2642401"/>
            <a:ext cx="3813175" cy="78739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3200" b="1">
                <a:solidFill>
                  <a:schemeClr val="bg1"/>
                </a:solidFill>
              </a:defRPr>
            </a:lvl1pPr>
            <a:lvl2pPr marL="3175" indent="0">
              <a:buFontTx/>
              <a:buNone/>
              <a:defRPr/>
            </a:lvl2pPr>
            <a:lvl3pPr marL="231775" indent="0">
              <a:buFontTx/>
              <a:buNone/>
              <a:defRPr/>
            </a:lvl3pPr>
            <a:lvl4pPr marL="447675" indent="0">
              <a:buFontTx/>
              <a:buNone/>
              <a:defRPr/>
            </a:lvl4pPr>
            <a:lvl5pPr marL="668020" indent="0">
              <a:buFontTx/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53CBB6D2-5952-0449-FFB4-15B95383F91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0800" y="3470400"/>
            <a:ext cx="3813175" cy="78739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chemeClr val="bg1"/>
                </a:solidFill>
              </a:defRPr>
            </a:lvl1pPr>
            <a:lvl2pPr marL="3175" indent="0">
              <a:buFontTx/>
              <a:buNone/>
              <a:defRPr/>
            </a:lvl2pPr>
            <a:lvl3pPr marL="231775" indent="0">
              <a:buFontTx/>
              <a:buNone/>
              <a:defRPr/>
            </a:lvl3pPr>
            <a:lvl4pPr marL="447675" indent="0">
              <a:buFontTx/>
              <a:buNone/>
              <a:defRPr/>
            </a:lvl4pPr>
            <a:lvl5pPr marL="668020" indent="0">
              <a:buFontTx/>
              <a:buNone/>
              <a:defRPr/>
            </a:lvl5pPr>
          </a:lstStyle>
          <a:p>
            <a:pPr lvl="0"/>
            <a:endParaRPr lang="en-US" dirty="0"/>
          </a:p>
        </p:txBody>
      </p:sp>
      <p:pic>
        <p:nvPicPr>
          <p:cNvPr id="9" name="Graphic 5">
            <a:extLst>
              <a:ext uri="{FF2B5EF4-FFF2-40B4-BE49-F238E27FC236}">
                <a16:creationId xmlns:a16="http://schemas.microsoft.com/office/drawing/2014/main" id="{2C1D6DED-D7D5-4A06-8597-F51D8A9AA6F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75096" y="1170293"/>
            <a:ext cx="576000" cy="5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5372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6">
          <p15:clr>
            <a:srgbClr val="FBAE40"/>
          </p15:clr>
        </p15:guide>
        <p15:guide id="2" pos="7423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hapter version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>
            <a:extLst>
              <a:ext uri="{FF2B5EF4-FFF2-40B4-BE49-F238E27FC236}">
                <a16:creationId xmlns:a16="http://schemas.microsoft.com/office/drawing/2014/main" id="{0B814C96-3513-4388-AA63-17CDA3ABA09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1" y="0"/>
            <a:ext cx="12190413" cy="6858000"/>
          </a:xfrm>
          <a:prstGeom prst="rect">
            <a:avLst/>
          </a:prstGeom>
        </p:spPr>
      </p:pic>
      <p:sp>
        <p:nvSpPr>
          <p:cNvPr id="11" name="Rectangle 6">
            <a:extLst>
              <a:ext uri="{FF2B5EF4-FFF2-40B4-BE49-F238E27FC236}">
                <a16:creationId xmlns:a16="http://schemas.microsoft.com/office/drawing/2014/main" id="{FA02BA0F-B623-44AE-B090-961BC0897025}"/>
              </a:ext>
            </a:extLst>
          </p:cNvPr>
          <p:cNvSpPr/>
          <p:nvPr userDrawn="1"/>
        </p:nvSpPr>
        <p:spPr bwMode="auto">
          <a:xfrm>
            <a:off x="0" y="0"/>
            <a:ext cx="12190412" cy="6858000"/>
          </a:xfrm>
          <a:prstGeom prst="rect">
            <a:avLst/>
          </a:prstGeom>
          <a:gradFill>
            <a:gsLst>
              <a:gs pos="0">
                <a:schemeClr val="tx1">
                  <a:alpha val="22000"/>
                </a:schemeClr>
              </a:gs>
              <a:gs pos="100000">
                <a:schemeClr val="tx1">
                  <a:lumMod val="95000"/>
                  <a:lumOff val="5000"/>
                  <a:alpha val="64000"/>
                </a:schemeClr>
              </a:gs>
            </a:gsLst>
            <a:lin ang="5400000" scaled="1"/>
          </a:gradFill>
          <a:ln w="19050" algn="ctr">
            <a:noFill/>
            <a:round/>
          </a:ln>
        </p:spPr>
        <p:txBody>
          <a:bodyPr lIns="35967" tIns="0" rIns="35967" bIns="0" rtlCol="0" anchor="ctr"/>
          <a:lstStyle/>
          <a:p>
            <a:pPr algn="ctr" defTabSz="913577" eaLnBrk="1" hangingPunct="1"/>
            <a:endParaRPr lang="en-US" sz="1599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6" name="Rectangle 5">
            <a:extLst>
              <a:ext uri="{FF2B5EF4-FFF2-40B4-BE49-F238E27FC236}">
                <a16:creationId xmlns:a16="http://schemas.microsoft.com/office/drawing/2014/main" id="{D17CFFB1-929F-4FF4-A87A-CD0FD398078B}"/>
              </a:ext>
            </a:extLst>
          </p:cNvPr>
          <p:cNvSpPr/>
          <p:nvPr userDrawn="1"/>
        </p:nvSpPr>
        <p:spPr bwMode="auto">
          <a:xfrm>
            <a:off x="549351" y="842789"/>
            <a:ext cx="1222415" cy="1223247"/>
          </a:xfrm>
          <a:prstGeom prst="rect">
            <a:avLst/>
          </a:prstGeom>
          <a:solidFill>
            <a:srgbClr val="210079"/>
          </a:solidFill>
          <a:ln w="28575" algn="ctr">
            <a:noFill/>
            <a:round/>
          </a:ln>
        </p:spPr>
        <p:txBody>
          <a:bodyPr lIns="35967" tIns="0" rIns="35967" bIns="0" rtlCol="0" anchor="ctr"/>
          <a:lstStyle/>
          <a:p>
            <a:pPr algn="ctr" defTabSz="913577" eaLnBrk="1" hangingPunct="1"/>
            <a:endParaRPr lang="en-US" sz="1599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Rectangle 7">
            <a:extLst>
              <a:ext uri="{FF2B5EF4-FFF2-40B4-BE49-F238E27FC236}">
                <a16:creationId xmlns:a16="http://schemas.microsoft.com/office/drawing/2014/main" id="{8FB1517A-5058-40B0-AF29-EFD57AF5BE1C}"/>
              </a:ext>
            </a:extLst>
          </p:cNvPr>
          <p:cNvSpPr/>
          <p:nvPr userDrawn="1"/>
        </p:nvSpPr>
        <p:spPr bwMode="auto">
          <a:xfrm>
            <a:off x="10706484" y="231165"/>
            <a:ext cx="1222415" cy="1223247"/>
          </a:xfrm>
          <a:prstGeom prst="rect">
            <a:avLst/>
          </a:prstGeom>
          <a:noFill/>
          <a:ln w="28575" algn="ctr">
            <a:solidFill>
              <a:srgbClr val="44546A"/>
            </a:solidFill>
            <a:round/>
          </a:ln>
        </p:spPr>
        <p:txBody>
          <a:bodyPr lIns="35967" tIns="0" rIns="35967" bIns="0" rtlCol="0" anchor="ctr"/>
          <a:lstStyle/>
          <a:p>
            <a:pPr algn="ctr" defTabSz="913577" eaLnBrk="1" hangingPunct="1"/>
            <a:endParaRPr lang="en-US" sz="1599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EEE0DE26-A661-BBA3-DC8B-A84AE4B6BE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00" y="2642401"/>
            <a:ext cx="3813175" cy="78739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3200" b="1">
                <a:solidFill>
                  <a:schemeClr val="bg1"/>
                </a:solidFill>
              </a:defRPr>
            </a:lvl1pPr>
            <a:lvl2pPr marL="3175" indent="0">
              <a:buFontTx/>
              <a:buNone/>
              <a:defRPr/>
            </a:lvl2pPr>
            <a:lvl3pPr marL="231775" indent="0">
              <a:buFontTx/>
              <a:buNone/>
              <a:defRPr/>
            </a:lvl3pPr>
            <a:lvl4pPr marL="447675" indent="0">
              <a:buFontTx/>
              <a:buNone/>
              <a:defRPr/>
            </a:lvl4pPr>
            <a:lvl5pPr marL="668020" indent="0">
              <a:buFontTx/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53CBB6D2-5952-0449-FFB4-15B95383F91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0800" y="3470400"/>
            <a:ext cx="3813175" cy="78739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chemeClr val="bg1"/>
                </a:solidFill>
              </a:defRPr>
            </a:lvl1pPr>
            <a:lvl2pPr marL="3175" indent="0">
              <a:buFontTx/>
              <a:buNone/>
              <a:defRPr/>
            </a:lvl2pPr>
            <a:lvl3pPr marL="231775" indent="0">
              <a:buFontTx/>
              <a:buNone/>
              <a:defRPr/>
            </a:lvl3pPr>
            <a:lvl4pPr marL="447675" indent="0">
              <a:buFontTx/>
              <a:buNone/>
              <a:defRPr/>
            </a:lvl4pPr>
            <a:lvl5pPr marL="668020" indent="0">
              <a:buFontTx/>
              <a:buNone/>
              <a:defRPr/>
            </a:lvl5pPr>
          </a:lstStyle>
          <a:p>
            <a:pPr lvl="0"/>
            <a:endParaRPr lang="en-US" dirty="0"/>
          </a:p>
        </p:txBody>
      </p:sp>
      <p:pic>
        <p:nvPicPr>
          <p:cNvPr id="8" name="Graphic 5">
            <a:extLst>
              <a:ext uri="{FF2B5EF4-FFF2-40B4-BE49-F238E27FC236}">
                <a16:creationId xmlns:a16="http://schemas.microsoft.com/office/drawing/2014/main" id="{D0B703A1-7FB5-4636-9D23-CCE2DA345AF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75096" y="1170293"/>
            <a:ext cx="570924" cy="570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4429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6">
          <p15:clr>
            <a:srgbClr val="FBAE40"/>
          </p15:clr>
        </p15:guide>
        <p15:guide id="2" pos="7423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hapter version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>
            <a:extLst>
              <a:ext uri="{FF2B5EF4-FFF2-40B4-BE49-F238E27FC236}">
                <a16:creationId xmlns:a16="http://schemas.microsoft.com/office/drawing/2014/main" id="{2923F2A4-E260-4F55-B296-8135EE176C6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240"/>
            <a:ext cx="12190413" cy="6855520"/>
          </a:xfrm>
          <a:prstGeom prst="rect">
            <a:avLst/>
          </a:prstGeom>
        </p:spPr>
      </p:pic>
      <p:sp>
        <p:nvSpPr>
          <p:cNvPr id="10" name="Rectangle 6">
            <a:extLst>
              <a:ext uri="{FF2B5EF4-FFF2-40B4-BE49-F238E27FC236}">
                <a16:creationId xmlns:a16="http://schemas.microsoft.com/office/drawing/2014/main" id="{E6E7050C-D0BA-4676-9FE9-2EDC732CC8A4}"/>
              </a:ext>
            </a:extLst>
          </p:cNvPr>
          <p:cNvSpPr/>
          <p:nvPr userDrawn="1"/>
        </p:nvSpPr>
        <p:spPr bwMode="auto">
          <a:xfrm>
            <a:off x="0" y="0"/>
            <a:ext cx="12190412" cy="6858000"/>
          </a:xfrm>
          <a:prstGeom prst="rect">
            <a:avLst/>
          </a:prstGeom>
          <a:gradFill>
            <a:gsLst>
              <a:gs pos="0">
                <a:schemeClr val="tx1">
                  <a:alpha val="22000"/>
                </a:schemeClr>
              </a:gs>
              <a:gs pos="100000">
                <a:schemeClr val="tx1">
                  <a:lumMod val="95000"/>
                  <a:lumOff val="5000"/>
                  <a:alpha val="64000"/>
                </a:schemeClr>
              </a:gs>
            </a:gsLst>
            <a:lin ang="5400000" scaled="1"/>
          </a:gradFill>
          <a:ln w="19050" algn="ctr">
            <a:noFill/>
            <a:round/>
          </a:ln>
        </p:spPr>
        <p:txBody>
          <a:bodyPr lIns="35967" tIns="0" rIns="35967" bIns="0" rtlCol="0" anchor="ctr"/>
          <a:lstStyle/>
          <a:p>
            <a:pPr algn="ctr" defTabSz="913577" eaLnBrk="1" hangingPunct="1"/>
            <a:endParaRPr lang="en-US" sz="1599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E0420729-A297-405A-BAAA-DF44B147DED5}"/>
              </a:ext>
            </a:extLst>
          </p:cNvPr>
          <p:cNvSpPr/>
          <p:nvPr userDrawn="1"/>
        </p:nvSpPr>
        <p:spPr bwMode="auto">
          <a:xfrm>
            <a:off x="549351" y="842789"/>
            <a:ext cx="1222415" cy="1223247"/>
          </a:xfrm>
          <a:prstGeom prst="rect">
            <a:avLst/>
          </a:prstGeom>
          <a:solidFill>
            <a:srgbClr val="210079"/>
          </a:solidFill>
          <a:ln w="28575" algn="ctr">
            <a:noFill/>
            <a:round/>
          </a:ln>
        </p:spPr>
        <p:txBody>
          <a:bodyPr lIns="35967" tIns="0" rIns="35967" bIns="0" rtlCol="0" anchor="ctr"/>
          <a:lstStyle/>
          <a:p>
            <a:pPr algn="ctr" defTabSz="913577" eaLnBrk="1" hangingPunct="1"/>
            <a:endParaRPr lang="en-US" sz="1599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CB2D6506-3126-4F8A-B218-7A0A32E7DFE4}"/>
              </a:ext>
            </a:extLst>
          </p:cNvPr>
          <p:cNvSpPr/>
          <p:nvPr userDrawn="1"/>
        </p:nvSpPr>
        <p:spPr bwMode="auto">
          <a:xfrm>
            <a:off x="9670015" y="2147728"/>
            <a:ext cx="398697" cy="398969"/>
          </a:xfrm>
          <a:prstGeom prst="rect">
            <a:avLst/>
          </a:prstGeom>
          <a:noFill/>
          <a:ln w="28575" algn="ctr">
            <a:solidFill>
              <a:srgbClr val="44546A"/>
            </a:solidFill>
            <a:round/>
          </a:ln>
        </p:spPr>
        <p:txBody>
          <a:bodyPr lIns="35967" tIns="0" rIns="35967" bIns="0" rtlCol="0" anchor="ctr"/>
          <a:lstStyle/>
          <a:p>
            <a:pPr algn="ctr" defTabSz="913577" eaLnBrk="1" hangingPunct="1"/>
            <a:endParaRPr lang="en-US" sz="1599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" name="Rectangle 7">
            <a:extLst>
              <a:ext uri="{FF2B5EF4-FFF2-40B4-BE49-F238E27FC236}">
                <a16:creationId xmlns:a16="http://schemas.microsoft.com/office/drawing/2014/main" id="{B1A00FFF-E29C-4BFE-981D-179081922E5D}"/>
              </a:ext>
            </a:extLst>
          </p:cNvPr>
          <p:cNvSpPr/>
          <p:nvPr userDrawn="1"/>
        </p:nvSpPr>
        <p:spPr bwMode="auto">
          <a:xfrm>
            <a:off x="10068712" y="1135041"/>
            <a:ext cx="1002012" cy="1002694"/>
          </a:xfrm>
          <a:prstGeom prst="rect">
            <a:avLst/>
          </a:prstGeom>
          <a:noFill/>
          <a:ln w="28575" algn="ctr">
            <a:solidFill>
              <a:srgbClr val="44546A"/>
            </a:solidFill>
            <a:round/>
          </a:ln>
        </p:spPr>
        <p:txBody>
          <a:bodyPr lIns="35967" tIns="0" rIns="35967" bIns="0" rtlCol="0" anchor="ctr"/>
          <a:lstStyle/>
          <a:p>
            <a:pPr algn="ctr" defTabSz="913577" eaLnBrk="1" hangingPunct="1"/>
            <a:endParaRPr lang="en-US" sz="1599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EEE0DE26-A661-BBA3-DC8B-A84AE4B6BE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00" y="2642401"/>
            <a:ext cx="3813175" cy="78739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3200" b="1">
                <a:solidFill>
                  <a:schemeClr val="bg1"/>
                </a:solidFill>
              </a:defRPr>
            </a:lvl1pPr>
            <a:lvl2pPr marL="3175" indent="0">
              <a:buFontTx/>
              <a:buNone/>
              <a:defRPr/>
            </a:lvl2pPr>
            <a:lvl3pPr marL="231775" indent="0">
              <a:buFontTx/>
              <a:buNone/>
              <a:defRPr/>
            </a:lvl3pPr>
            <a:lvl4pPr marL="447675" indent="0">
              <a:buFontTx/>
              <a:buNone/>
              <a:defRPr/>
            </a:lvl4pPr>
            <a:lvl5pPr marL="668020" indent="0">
              <a:buFontTx/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53CBB6D2-5952-0449-FFB4-15B95383F91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0800" y="3470400"/>
            <a:ext cx="3813175" cy="78739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chemeClr val="bg1"/>
                </a:solidFill>
              </a:defRPr>
            </a:lvl1pPr>
            <a:lvl2pPr marL="3175" indent="0">
              <a:buFontTx/>
              <a:buNone/>
              <a:defRPr/>
            </a:lvl2pPr>
            <a:lvl3pPr marL="231775" indent="0">
              <a:buFontTx/>
              <a:buNone/>
              <a:defRPr/>
            </a:lvl3pPr>
            <a:lvl4pPr marL="447675" indent="0">
              <a:buFontTx/>
              <a:buNone/>
              <a:defRPr/>
            </a:lvl4pPr>
            <a:lvl5pPr marL="668020" indent="0">
              <a:buFontTx/>
              <a:buNone/>
              <a:defRPr/>
            </a:lvl5pPr>
          </a:lstStyle>
          <a:p>
            <a:pPr lvl="0"/>
            <a:endParaRPr lang="en-US" dirty="0"/>
          </a:p>
        </p:txBody>
      </p:sp>
      <p:pic>
        <p:nvPicPr>
          <p:cNvPr id="9" name="Graphic 5">
            <a:extLst>
              <a:ext uri="{FF2B5EF4-FFF2-40B4-BE49-F238E27FC236}">
                <a16:creationId xmlns:a16="http://schemas.microsoft.com/office/drawing/2014/main" id="{0E80C54D-1CAC-4AD2-90BF-1FE2E131305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75096" y="1170293"/>
            <a:ext cx="570924" cy="570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365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6">
          <p15:clr>
            <a:srgbClr val="FBAE40"/>
          </p15:clr>
        </p15:guide>
        <p15:guide id="2" pos="7423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hapter version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>
            <a:extLst>
              <a:ext uri="{FF2B5EF4-FFF2-40B4-BE49-F238E27FC236}">
                <a16:creationId xmlns:a16="http://schemas.microsoft.com/office/drawing/2014/main" id="{107528F2-073D-4D87-9A71-840A917FBC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1" y="1240"/>
            <a:ext cx="12190413" cy="6855520"/>
          </a:xfrm>
          <a:prstGeom prst="rect">
            <a:avLst/>
          </a:prstGeom>
        </p:spPr>
      </p:pic>
      <p:sp>
        <p:nvSpPr>
          <p:cNvPr id="11" name="Rectangle 6">
            <a:extLst>
              <a:ext uri="{FF2B5EF4-FFF2-40B4-BE49-F238E27FC236}">
                <a16:creationId xmlns:a16="http://schemas.microsoft.com/office/drawing/2014/main" id="{846038CA-F3DD-47E1-9494-D3CA894654CF}"/>
              </a:ext>
            </a:extLst>
          </p:cNvPr>
          <p:cNvSpPr/>
          <p:nvPr userDrawn="1"/>
        </p:nvSpPr>
        <p:spPr bwMode="auto">
          <a:xfrm>
            <a:off x="0" y="-1241"/>
            <a:ext cx="12190412" cy="6858000"/>
          </a:xfrm>
          <a:prstGeom prst="rect">
            <a:avLst/>
          </a:prstGeom>
          <a:gradFill>
            <a:gsLst>
              <a:gs pos="0">
                <a:schemeClr val="tx1">
                  <a:alpha val="22000"/>
                </a:schemeClr>
              </a:gs>
              <a:gs pos="100000">
                <a:schemeClr val="tx1">
                  <a:lumMod val="95000"/>
                  <a:lumOff val="5000"/>
                  <a:alpha val="64000"/>
                </a:schemeClr>
              </a:gs>
            </a:gsLst>
            <a:lin ang="5400000" scaled="1"/>
          </a:gradFill>
          <a:ln w="19050" algn="ctr">
            <a:noFill/>
            <a:round/>
          </a:ln>
        </p:spPr>
        <p:txBody>
          <a:bodyPr lIns="35967" tIns="0" rIns="35967" bIns="0" rtlCol="0" anchor="ctr"/>
          <a:lstStyle/>
          <a:p>
            <a:pPr algn="ctr" defTabSz="913577" eaLnBrk="1" hangingPunct="1"/>
            <a:endParaRPr lang="en-US" sz="1599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5" name="Rectangle 5">
            <a:extLst>
              <a:ext uri="{FF2B5EF4-FFF2-40B4-BE49-F238E27FC236}">
                <a16:creationId xmlns:a16="http://schemas.microsoft.com/office/drawing/2014/main" id="{23852B27-F978-4080-8596-D8696138A41C}"/>
              </a:ext>
            </a:extLst>
          </p:cNvPr>
          <p:cNvSpPr/>
          <p:nvPr userDrawn="1"/>
        </p:nvSpPr>
        <p:spPr bwMode="auto">
          <a:xfrm>
            <a:off x="549351" y="842789"/>
            <a:ext cx="1222415" cy="1223247"/>
          </a:xfrm>
          <a:prstGeom prst="rect">
            <a:avLst/>
          </a:prstGeom>
          <a:solidFill>
            <a:srgbClr val="210079"/>
          </a:solidFill>
          <a:ln w="28575" algn="ctr">
            <a:noFill/>
            <a:round/>
          </a:ln>
        </p:spPr>
        <p:txBody>
          <a:bodyPr lIns="35967" tIns="0" rIns="35967" bIns="0" rtlCol="0" anchor="ctr"/>
          <a:lstStyle/>
          <a:p>
            <a:pPr algn="ctr" defTabSz="913577" eaLnBrk="1" hangingPunct="1"/>
            <a:endParaRPr lang="en-US" sz="1599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A46A6C8C-61F2-4858-B036-812596291C37}"/>
              </a:ext>
            </a:extLst>
          </p:cNvPr>
          <p:cNvSpPr/>
          <p:nvPr userDrawn="1"/>
        </p:nvSpPr>
        <p:spPr bwMode="auto">
          <a:xfrm>
            <a:off x="1701317" y="5821466"/>
            <a:ext cx="498308" cy="498648"/>
          </a:xfrm>
          <a:prstGeom prst="rect">
            <a:avLst/>
          </a:prstGeom>
          <a:noFill/>
          <a:ln w="28575" algn="ctr">
            <a:solidFill>
              <a:srgbClr val="44546A"/>
            </a:solidFill>
            <a:round/>
          </a:ln>
        </p:spPr>
        <p:txBody>
          <a:bodyPr lIns="35967" tIns="0" rIns="35967" bIns="0" rtlCol="0" anchor="ctr"/>
          <a:lstStyle/>
          <a:p>
            <a:pPr algn="ctr" defTabSz="913577" eaLnBrk="1" hangingPunct="1"/>
            <a:endParaRPr lang="en-US" sz="1599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Rectangle 7">
            <a:extLst>
              <a:ext uri="{FF2B5EF4-FFF2-40B4-BE49-F238E27FC236}">
                <a16:creationId xmlns:a16="http://schemas.microsoft.com/office/drawing/2014/main" id="{DA6AF45D-1D85-4A2E-8EF1-83AFD5C73767}"/>
              </a:ext>
            </a:extLst>
          </p:cNvPr>
          <p:cNvSpPr/>
          <p:nvPr userDrawn="1"/>
        </p:nvSpPr>
        <p:spPr bwMode="auto">
          <a:xfrm>
            <a:off x="9430940" y="1454412"/>
            <a:ext cx="1222415" cy="1223247"/>
          </a:xfrm>
          <a:prstGeom prst="rect">
            <a:avLst/>
          </a:prstGeom>
          <a:noFill/>
          <a:ln w="28575" algn="ctr">
            <a:solidFill>
              <a:srgbClr val="44546A"/>
            </a:solidFill>
            <a:round/>
          </a:ln>
        </p:spPr>
        <p:txBody>
          <a:bodyPr lIns="35967" tIns="0" rIns="35967" bIns="0" rtlCol="0" anchor="ctr"/>
          <a:lstStyle/>
          <a:p>
            <a:pPr algn="ctr" defTabSz="913577" eaLnBrk="1" hangingPunct="1"/>
            <a:endParaRPr lang="en-US" sz="1599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EEE0DE26-A661-BBA3-DC8B-A84AE4B6BE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00" y="2642401"/>
            <a:ext cx="3813175" cy="78739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3200" b="1">
                <a:solidFill>
                  <a:schemeClr val="bg1"/>
                </a:solidFill>
              </a:defRPr>
            </a:lvl1pPr>
            <a:lvl2pPr marL="3175" indent="0">
              <a:buFontTx/>
              <a:buNone/>
              <a:defRPr/>
            </a:lvl2pPr>
            <a:lvl3pPr marL="231775" indent="0">
              <a:buFontTx/>
              <a:buNone/>
              <a:defRPr/>
            </a:lvl3pPr>
            <a:lvl4pPr marL="447675" indent="0">
              <a:buFontTx/>
              <a:buNone/>
              <a:defRPr/>
            </a:lvl4pPr>
            <a:lvl5pPr marL="668020" indent="0">
              <a:buFontTx/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53CBB6D2-5952-0449-FFB4-15B95383F91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0800" y="3470400"/>
            <a:ext cx="3813175" cy="78739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chemeClr val="bg1"/>
                </a:solidFill>
              </a:defRPr>
            </a:lvl1pPr>
            <a:lvl2pPr marL="3175" indent="0">
              <a:buFontTx/>
              <a:buNone/>
              <a:defRPr/>
            </a:lvl2pPr>
            <a:lvl3pPr marL="231775" indent="0">
              <a:buFontTx/>
              <a:buNone/>
              <a:defRPr/>
            </a:lvl3pPr>
            <a:lvl4pPr marL="447675" indent="0">
              <a:buFontTx/>
              <a:buNone/>
              <a:defRPr/>
            </a:lvl4pPr>
            <a:lvl5pPr marL="668020" indent="0">
              <a:buFontTx/>
              <a:buNone/>
              <a:defRPr/>
            </a:lvl5pPr>
          </a:lstStyle>
          <a:p>
            <a:pPr lvl="0"/>
            <a:endParaRPr lang="en-US" dirty="0"/>
          </a:p>
        </p:txBody>
      </p:sp>
      <p:pic>
        <p:nvPicPr>
          <p:cNvPr id="10" name="Graphic 5">
            <a:extLst>
              <a:ext uri="{FF2B5EF4-FFF2-40B4-BE49-F238E27FC236}">
                <a16:creationId xmlns:a16="http://schemas.microsoft.com/office/drawing/2014/main" id="{FEE53B5B-2715-4B89-A860-B9C0378F20B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75096" y="1170293"/>
            <a:ext cx="570924" cy="570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3422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6">
          <p15:clr>
            <a:srgbClr val="FBAE40"/>
          </p15:clr>
        </p15:guide>
        <p15:guide id="2" pos="7423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hapter version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32E285C0-FA20-494F-A908-4A5C51088B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1240"/>
            <a:ext cx="12190413" cy="6855520"/>
          </a:xfrm>
          <a:prstGeom prst="rect">
            <a:avLst/>
          </a:prstGeom>
        </p:spPr>
      </p:pic>
      <p:sp>
        <p:nvSpPr>
          <p:cNvPr id="6" name="Rectangle 6">
            <a:extLst>
              <a:ext uri="{FF2B5EF4-FFF2-40B4-BE49-F238E27FC236}">
                <a16:creationId xmlns:a16="http://schemas.microsoft.com/office/drawing/2014/main" id="{D698D823-004F-4614-A988-6FC49B382608}"/>
              </a:ext>
            </a:extLst>
          </p:cNvPr>
          <p:cNvSpPr/>
          <p:nvPr userDrawn="1"/>
        </p:nvSpPr>
        <p:spPr bwMode="auto">
          <a:xfrm>
            <a:off x="0" y="0"/>
            <a:ext cx="12190413" cy="6858000"/>
          </a:xfrm>
          <a:prstGeom prst="rect">
            <a:avLst/>
          </a:prstGeom>
          <a:gradFill>
            <a:gsLst>
              <a:gs pos="0">
                <a:schemeClr val="tx1">
                  <a:alpha val="22000"/>
                </a:schemeClr>
              </a:gs>
              <a:gs pos="100000">
                <a:schemeClr val="tx1">
                  <a:lumMod val="95000"/>
                  <a:lumOff val="5000"/>
                  <a:alpha val="64000"/>
                </a:schemeClr>
              </a:gs>
            </a:gsLst>
            <a:lin ang="5400000" scaled="1"/>
          </a:gradFill>
          <a:ln w="19050" algn="ctr">
            <a:noFill/>
            <a:round/>
          </a:ln>
        </p:spPr>
        <p:txBody>
          <a:bodyPr lIns="35967" tIns="0" rIns="35967" bIns="0" rtlCol="0" anchor="ctr"/>
          <a:lstStyle/>
          <a:p>
            <a:pPr algn="ctr" defTabSz="913577" eaLnBrk="1" hangingPunct="1"/>
            <a:endParaRPr lang="en-US" sz="1599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2558D396-1792-4D52-B46D-740173F5F7F3}"/>
              </a:ext>
            </a:extLst>
          </p:cNvPr>
          <p:cNvSpPr/>
          <p:nvPr userDrawn="1"/>
        </p:nvSpPr>
        <p:spPr bwMode="auto">
          <a:xfrm>
            <a:off x="549351" y="842789"/>
            <a:ext cx="1222415" cy="1223247"/>
          </a:xfrm>
          <a:prstGeom prst="rect">
            <a:avLst/>
          </a:prstGeom>
          <a:solidFill>
            <a:srgbClr val="210079"/>
          </a:solidFill>
          <a:ln w="28575" algn="ctr">
            <a:noFill/>
            <a:round/>
          </a:ln>
        </p:spPr>
        <p:txBody>
          <a:bodyPr lIns="35967" tIns="0" rIns="35967" bIns="0" rtlCol="0" anchor="ctr"/>
          <a:lstStyle/>
          <a:p>
            <a:pPr algn="ctr" defTabSz="913577" eaLnBrk="1" hangingPunct="1"/>
            <a:endParaRPr lang="en-US" sz="1599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6E22538D-8D02-472D-BA92-680B988EA0A3}"/>
              </a:ext>
            </a:extLst>
          </p:cNvPr>
          <p:cNvSpPr/>
          <p:nvPr userDrawn="1"/>
        </p:nvSpPr>
        <p:spPr bwMode="auto">
          <a:xfrm>
            <a:off x="11446261" y="1519240"/>
            <a:ext cx="498308" cy="498648"/>
          </a:xfrm>
          <a:prstGeom prst="rect">
            <a:avLst/>
          </a:prstGeom>
          <a:noFill/>
          <a:ln w="28575" algn="ctr">
            <a:solidFill>
              <a:srgbClr val="44546A"/>
            </a:solidFill>
            <a:round/>
          </a:ln>
        </p:spPr>
        <p:txBody>
          <a:bodyPr lIns="35967" tIns="0" rIns="35967" bIns="0" rtlCol="0" anchor="ctr"/>
          <a:lstStyle/>
          <a:p>
            <a:pPr algn="ctr" defTabSz="913577" eaLnBrk="1" hangingPunct="1"/>
            <a:endParaRPr lang="en-US" sz="1599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E2F5CB1E-8BA3-4DE8-8169-BB42C2FB7A2C}"/>
              </a:ext>
            </a:extLst>
          </p:cNvPr>
          <p:cNvSpPr/>
          <p:nvPr userDrawn="1"/>
        </p:nvSpPr>
        <p:spPr bwMode="auto">
          <a:xfrm>
            <a:off x="10223845" y="2030166"/>
            <a:ext cx="1222415" cy="1223247"/>
          </a:xfrm>
          <a:prstGeom prst="rect">
            <a:avLst/>
          </a:prstGeom>
          <a:noFill/>
          <a:ln w="28575" algn="ctr">
            <a:solidFill>
              <a:srgbClr val="44546A"/>
            </a:solidFill>
            <a:round/>
          </a:ln>
        </p:spPr>
        <p:txBody>
          <a:bodyPr lIns="35967" tIns="0" rIns="35967" bIns="0" rtlCol="0" anchor="ctr"/>
          <a:lstStyle/>
          <a:p>
            <a:pPr algn="ctr" defTabSz="913577" eaLnBrk="1" hangingPunct="1"/>
            <a:endParaRPr lang="en-US" sz="1599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EEE0DE26-A661-BBA3-DC8B-A84AE4B6BE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00" y="2642401"/>
            <a:ext cx="3813175" cy="78739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3200" b="1">
                <a:solidFill>
                  <a:schemeClr val="bg1"/>
                </a:solidFill>
              </a:defRPr>
            </a:lvl1pPr>
            <a:lvl2pPr marL="3175" indent="0">
              <a:buFontTx/>
              <a:buNone/>
              <a:defRPr/>
            </a:lvl2pPr>
            <a:lvl3pPr marL="231775" indent="0">
              <a:buFontTx/>
              <a:buNone/>
              <a:defRPr/>
            </a:lvl3pPr>
            <a:lvl4pPr marL="447675" indent="0">
              <a:buFontTx/>
              <a:buNone/>
              <a:defRPr/>
            </a:lvl4pPr>
            <a:lvl5pPr marL="668020" indent="0">
              <a:buFontTx/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53CBB6D2-5952-0449-FFB4-15B95383F91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0800" y="3470400"/>
            <a:ext cx="3813175" cy="78739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chemeClr val="bg1"/>
                </a:solidFill>
              </a:defRPr>
            </a:lvl1pPr>
            <a:lvl2pPr marL="3175" indent="0">
              <a:buFontTx/>
              <a:buNone/>
              <a:defRPr/>
            </a:lvl2pPr>
            <a:lvl3pPr marL="231775" indent="0">
              <a:buFontTx/>
              <a:buNone/>
              <a:defRPr/>
            </a:lvl3pPr>
            <a:lvl4pPr marL="447675" indent="0">
              <a:buFontTx/>
              <a:buNone/>
              <a:defRPr/>
            </a:lvl4pPr>
            <a:lvl5pPr marL="668020" indent="0">
              <a:buFontTx/>
              <a:buNone/>
              <a:defRPr/>
            </a:lvl5pPr>
          </a:lstStyle>
          <a:p>
            <a:pPr lvl="0"/>
            <a:endParaRPr lang="en-US" dirty="0"/>
          </a:p>
        </p:txBody>
      </p:sp>
      <p:pic>
        <p:nvPicPr>
          <p:cNvPr id="10" name="Graphic 5">
            <a:extLst>
              <a:ext uri="{FF2B5EF4-FFF2-40B4-BE49-F238E27FC236}">
                <a16:creationId xmlns:a16="http://schemas.microsoft.com/office/drawing/2014/main" id="{C5EC2AF2-A57B-484B-8B03-1511FB42060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75096" y="1170293"/>
            <a:ext cx="570924" cy="570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173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6">
          <p15:clr>
            <a:srgbClr val="FBAE40"/>
          </p15:clr>
        </p15:guide>
        <p15:guide id="2" pos="7423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hapter version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D058C169-9593-40ED-B90B-F27014B713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1" y="0"/>
            <a:ext cx="12190413" cy="6858000"/>
          </a:xfrm>
          <a:prstGeom prst="rect">
            <a:avLst/>
          </a:prstGeom>
        </p:spPr>
      </p:pic>
      <p:sp>
        <p:nvSpPr>
          <p:cNvPr id="6" name="Rectangle 6">
            <a:extLst>
              <a:ext uri="{FF2B5EF4-FFF2-40B4-BE49-F238E27FC236}">
                <a16:creationId xmlns:a16="http://schemas.microsoft.com/office/drawing/2014/main" id="{A0125B85-E117-4B3D-882B-811E704A0CE4}"/>
              </a:ext>
            </a:extLst>
          </p:cNvPr>
          <p:cNvSpPr/>
          <p:nvPr userDrawn="1"/>
        </p:nvSpPr>
        <p:spPr bwMode="auto">
          <a:xfrm>
            <a:off x="0" y="0"/>
            <a:ext cx="12190412" cy="6858000"/>
          </a:xfrm>
          <a:prstGeom prst="rect">
            <a:avLst/>
          </a:prstGeom>
          <a:gradFill>
            <a:gsLst>
              <a:gs pos="0">
                <a:schemeClr val="tx1">
                  <a:alpha val="22000"/>
                </a:schemeClr>
              </a:gs>
              <a:gs pos="100000">
                <a:schemeClr val="tx1">
                  <a:lumMod val="95000"/>
                  <a:lumOff val="5000"/>
                  <a:alpha val="64000"/>
                </a:schemeClr>
              </a:gs>
            </a:gsLst>
            <a:lin ang="5400000" scaled="1"/>
          </a:gradFill>
          <a:ln w="19050" algn="ctr">
            <a:noFill/>
            <a:round/>
          </a:ln>
        </p:spPr>
        <p:txBody>
          <a:bodyPr lIns="35967" tIns="0" rIns="35967" bIns="0" rtlCol="0" anchor="ctr"/>
          <a:lstStyle/>
          <a:p>
            <a:pPr algn="ctr" defTabSz="913577" eaLnBrk="1" hangingPunct="1"/>
            <a:endParaRPr lang="en-US" sz="1599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51D70BF3-1F21-46D6-BE3B-D74EDB873EF2}"/>
              </a:ext>
            </a:extLst>
          </p:cNvPr>
          <p:cNvSpPr/>
          <p:nvPr userDrawn="1"/>
        </p:nvSpPr>
        <p:spPr bwMode="auto">
          <a:xfrm>
            <a:off x="549351" y="842789"/>
            <a:ext cx="1222415" cy="1223247"/>
          </a:xfrm>
          <a:prstGeom prst="rect">
            <a:avLst/>
          </a:prstGeom>
          <a:solidFill>
            <a:srgbClr val="210079"/>
          </a:solidFill>
          <a:ln w="28575" algn="ctr">
            <a:noFill/>
            <a:round/>
          </a:ln>
        </p:spPr>
        <p:txBody>
          <a:bodyPr lIns="35967" tIns="0" rIns="35967" bIns="0" rtlCol="0" anchor="ctr"/>
          <a:lstStyle/>
          <a:p>
            <a:pPr algn="ctr" defTabSz="913577" eaLnBrk="1" hangingPunct="1"/>
            <a:endParaRPr lang="en-US" sz="1599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E383AE54-82BA-4591-8C21-A0072D58A7B8}"/>
              </a:ext>
            </a:extLst>
          </p:cNvPr>
          <p:cNvSpPr/>
          <p:nvPr userDrawn="1"/>
        </p:nvSpPr>
        <p:spPr bwMode="auto">
          <a:xfrm>
            <a:off x="9863086" y="4256809"/>
            <a:ext cx="498308" cy="498648"/>
          </a:xfrm>
          <a:prstGeom prst="rect">
            <a:avLst/>
          </a:prstGeom>
          <a:noFill/>
          <a:ln w="28575" algn="ctr">
            <a:solidFill>
              <a:srgbClr val="44546A"/>
            </a:solidFill>
            <a:round/>
          </a:ln>
        </p:spPr>
        <p:txBody>
          <a:bodyPr lIns="35967" tIns="0" rIns="35967" bIns="0" rtlCol="0" anchor="ctr"/>
          <a:lstStyle/>
          <a:p>
            <a:pPr algn="ctr" defTabSz="913577" eaLnBrk="1" hangingPunct="1"/>
            <a:endParaRPr lang="en-US" sz="1599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4DB6CC45-1881-48A7-B38D-E0DD9EE36FF9}"/>
              </a:ext>
            </a:extLst>
          </p:cNvPr>
          <p:cNvSpPr/>
          <p:nvPr userDrawn="1"/>
        </p:nvSpPr>
        <p:spPr bwMode="auto">
          <a:xfrm>
            <a:off x="8640671" y="4751775"/>
            <a:ext cx="1222415" cy="1223247"/>
          </a:xfrm>
          <a:prstGeom prst="rect">
            <a:avLst/>
          </a:prstGeom>
          <a:noFill/>
          <a:ln w="28575" algn="ctr">
            <a:solidFill>
              <a:srgbClr val="44546A"/>
            </a:solidFill>
            <a:round/>
          </a:ln>
        </p:spPr>
        <p:txBody>
          <a:bodyPr lIns="35967" tIns="0" rIns="35967" bIns="0" rtlCol="0" anchor="ctr"/>
          <a:lstStyle/>
          <a:p>
            <a:pPr algn="ctr" defTabSz="913577" eaLnBrk="1" hangingPunct="1"/>
            <a:endParaRPr lang="en-US" sz="1599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EEE0DE26-A661-BBA3-DC8B-A84AE4B6BE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00" y="2642401"/>
            <a:ext cx="3813175" cy="78739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3200" b="1">
                <a:solidFill>
                  <a:schemeClr val="bg1"/>
                </a:solidFill>
              </a:defRPr>
            </a:lvl1pPr>
            <a:lvl2pPr marL="3175" indent="0">
              <a:buFontTx/>
              <a:buNone/>
              <a:defRPr/>
            </a:lvl2pPr>
            <a:lvl3pPr marL="231775" indent="0">
              <a:buFontTx/>
              <a:buNone/>
              <a:defRPr/>
            </a:lvl3pPr>
            <a:lvl4pPr marL="447675" indent="0">
              <a:buFontTx/>
              <a:buNone/>
              <a:defRPr/>
            </a:lvl4pPr>
            <a:lvl5pPr marL="668020" indent="0">
              <a:buFontTx/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53CBB6D2-5952-0449-FFB4-15B95383F91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0800" y="3470400"/>
            <a:ext cx="3813175" cy="78739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chemeClr val="bg1"/>
                </a:solidFill>
              </a:defRPr>
            </a:lvl1pPr>
            <a:lvl2pPr marL="3175" indent="0">
              <a:buFontTx/>
              <a:buNone/>
              <a:defRPr/>
            </a:lvl2pPr>
            <a:lvl3pPr marL="231775" indent="0">
              <a:buFontTx/>
              <a:buNone/>
              <a:defRPr/>
            </a:lvl3pPr>
            <a:lvl4pPr marL="447675" indent="0">
              <a:buFontTx/>
              <a:buNone/>
              <a:defRPr/>
            </a:lvl4pPr>
            <a:lvl5pPr marL="668020" indent="0">
              <a:buFontTx/>
              <a:buNone/>
              <a:defRPr/>
            </a:lvl5pPr>
          </a:lstStyle>
          <a:p>
            <a:pPr lvl="0"/>
            <a:endParaRPr lang="en-US" dirty="0"/>
          </a:p>
        </p:txBody>
      </p:sp>
      <p:pic>
        <p:nvPicPr>
          <p:cNvPr id="10" name="Graphic 5">
            <a:extLst>
              <a:ext uri="{FF2B5EF4-FFF2-40B4-BE49-F238E27FC236}">
                <a16:creationId xmlns:a16="http://schemas.microsoft.com/office/drawing/2014/main" id="{D516422D-D967-4DC9-B4B6-95AC0243CDC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75096" y="1170293"/>
            <a:ext cx="570924" cy="570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7365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6">
          <p15:clr>
            <a:srgbClr val="FBAE40"/>
          </p15:clr>
        </p15:guide>
        <p15:guide id="2" pos="7423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hapter version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F4F0A7B8-B0D6-4925-AB0F-6B390357E3E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1" y="0"/>
            <a:ext cx="12190413" cy="6858000"/>
          </a:xfrm>
          <a:prstGeom prst="rect">
            <a:avLst/>
          </a:prstGeom>
        </p:spPr>
      </p:pic>
      <p:sp>
        <p:nvSpPr>
          <p:cNvPr id="6" name="Rectangle 6">
            <a:extLst>
              <a:ext uri="{FF2B5EF4-FFF2-40B4-BE49-F238E27FC236}">
                <a16:creationId xmlns:a16="http://schemas.microsoft.com/office/drawing/2014/main" id="{0301C5D1-734C-4B9C-A4CF-11D869C2475E}"/>
              </a:ext>
            </a:extLst>
          </p:cNvPr>
          <p:cNvSpPr/>
          <p:nvPr userDrawn="1"/>
        </p:nvSpPr>
        <p:spPr bwMode="auto">
          <a:xfrm>
            <a:off x="0" y="0"/>
            <a:ext cx="12190412" cy="6858000"/>
          </a:xfrm>
          <a:prstGeom prst="rect">
            <a:avLst/>
          </a:prstGeom>
          <a:gradFill>
            <a:gsLst>
              <a:gs pos="0">
                <a:schemeClr val="tx1">
                  <a:alpha val="22000"/>
                </a:schemeClr>
              </a:gs>
              <a:gs pos="100000">
                <a:schemeClr val="tx1">
                  <a:lumMod val="95000"/>
                  <a:lumOff val="5000"/>
                  <a:alpha val="64000"/>
                </a:schemeClr>
              </a:gs>
            </a:gsLst>
            <a:lin ang="5400000" scaled="1"/>
          </a:gradFill>
          <a:ln w="19050" algn="ctr">
            <a:noFill/>
            <a:round/>
          </a:ln>
        </p:spPr>
        <p:txBody>
          <a:bodyPr lIns="35967" tIns="0" rIns="35967" bIns="0" rtlCol="0" anchor="ctr"/>
          <a:lstStyle/>
          <a:p>
            <a:pPr algn="ctr" defTabSz="913577" eaLnBrk="1" hangingPunct="1"/>
            <a:endParaRPr lang="en-US" sz="1599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C796802C-9686-40A0-AAAF-B40552F1E6F8}"/>
              </a:ext>
            </a:extLst>
          </p:cNvPr>
          <p:cNvSpPr/>
          <p:nvPr userDrawn="1"/>
        </p:nvSpPr>
        <p:spPr bwMode="auto">
          <a:xfrm>
            <a:off x="549351" y="842789"/>
            <a:ext cx="1222415" cy="1223247"/>
          </a:xfrm>
          <a:prstGeom prst="rect">
            <a:avLst/>
          </a:prstGeom>
          <a:solidFill>
            <a:srgbClr val="210079"/>
          </a:solidFill>
          <a:ln w="28575" algn="ctr">
            <a:noFill/>
            <a:round/>
          </a:ln>
        </p:spPr>
        <p:txBody>
          <a:bodyPr lIns="35967" tIns="0" rIns="35967" bIns="0" rtlCol="0" anchor="ctr"/>
          <a:lstStyle/>
          <a:p>
            <a:pPr algn="ctr" defTabSz="913577" eaLnBrk="1" hangingPunct="1"/>
            <a:endParaRPr lang="en-US" sz="1599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E6E4896-B05C-485C-995C-D2FC52E365AB}"/>
              </a:ext>
            </a:extLst>
          </p:cNvPr>
          <p:cNvSpPr/>
          <p:nvPr userDrawn="1"/>
        </p:nvSpPr>
        <p:spPr bwMode="auto">
          <a:xfrm>
            <a:off x="9890359" y="1173231"/>
            <a:ext cx="1222415" cy="1223247"/>
          </a:xfrm>
          <a:prstGeom prst="rect">
            <a:avLst/>
          </a:prstGeom>
          <a:noFill/>
          <a:ln w="28575" algn="ctr">
            <a:solidFill>
              <a:srgbClr val="44546A"/>
            </a:solidFill>
            <a:round/>
          </a:ln>
        </p:spPr>
        <p:txBody>
          <a:bodyPr lIns="35967" tIns="0" rIns="35967" bIns="0" rtlCol="0" anchor="ctr"/>
          <a:lstStyle/>
          <a:p>
            <a:pPr algn="ctr" defTabSz="913577" eaLnBrk="1" hangingPunct="1"/>
            <a:endParaRPr lang="en-US" sz="1599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EEE0DE26-A661-BBA3-DC8B-A84AE4B6BE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00" y="2642401"/>
            <a:ext cx="3813175" cy="78739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3200" b="1">
                <a:solidFill>
                  <a:schemeClr val="bg1"/>
                </a:solidFill>
              </a:defRPr>
            </a:lvl1pPr>
            <a:lvl2pPr marL="3175" indent="0">
              <a:buFontTx/>
              <a:buNone/>
              <a:defRPr/>
            </a:lvl2pPr>
            <a:lvl3pPr marL="231775" indent="0">
              <a:buFontTx/>
              <a:buNone/>
              <a:defRPr/>
            </a:lvl3pPr>
            <a:lvl4pPr marL="447675" indent="0">
              <a:buFontTx/>
              <a:buNone/>
              <a:defRPr/>
            </a:lvl4pPr>
            <a:lvl5pPr marL="668020" indent="0">
              <a:buFontTx/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53CBB6D2-5952-0449-FFB4-15B95383F91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0800" y="3470400"/>
            <a:ext cx="3813175" cy="78739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chemeClr val="bg1"/>
                </a:solidFill>
              </a:defRPr>
            </a:lvl1pPr>
            <a:lvl2pPr marL="3175" indent="0">
              <a:buFontTx/>
              <a:buNone/>
              <a:defRPr/>
            </a:lvl2pPr>
            <a:lvl3pPr marL="231775" indent="0">
              <a:buFontTx/>
              <a:buNone/>
              <a:defRPr/>
            </a:lvl3pPr>
            <a:lvl4pPr marL="447675" indent="0">
              <a:buFontTx/>
              <a:buNone/>
              <a:defRPr/>
            </a:lvl4pPr>
            <a:lvl5pPr marL="668020" indent="0">
              <a:buFontTx/>
              <a:buNone/>
              <a:defRPr/>
            </a:lvl5pPr>
          </a:lstStyle>
          <a:p>
            <a:pPr lvl="0"/>
            <a:endParaRPr lang="en-US" dirty="0"/>
          </a:p>
        </p:txBody>
      </p:sp>
      <p:pic>
        <p:nvPicPr>
          <p:cNvPr id="10" name="Graphic 5">
            <a:extLst>
              <a:ext uri="{FF2B5EF4-FFF2-40B4-BE49-F238E27FC236}">
                <a16:creationId xmlns:a16="http://schemas.microsoft.com/office/drawing/2014/main" id="{5EC843DF-3B14-4F81-9292-F6E75ED8B3C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75096" y="1170293"/>
            <a:ext cx="570924" cy="570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327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6">
          <p15:clr>
            <a:srgbClr val="FBAE40"/>
          </p15:clr>
        </p15:guide>
        <p15:guide id="2" pos="7423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hapter version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6222A3F7-8C82-4C32-8684-B76BB5DCF6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1" y="0"/>
            <a:ext cx="12190413" cy="6858000"/>
          </a:xfrm>
          <a:prstGeom prst="rect">
            <a:avLst/>
          </a:prstGeom>
        </p:spPr>
      </p:pic>
      <p:sp>
        <p:nvSpPr>
          <p:cNvPr id="6" name="Rectangle 6">
            <a:extLst>
              <a:ext uri="{FF2B5EF4-FFF2-40B4-BE49-F238E27FC236}">
                <a16:creationId xmlns:a16="http://schemas.microsoft.com/office/drawing/2014/main" id="{25D2EB91-56E5-40CB-BF4C-EA9C42D7240F}"/>
              </a:ext>
            </a:extLst>
          </p:cNvPr>
          <p:cNvSpPr/>
          <p:nvPr userDrawn="1"/>
        </p:nvSpPr>
        <p:spPr bwMode="auto">
          <a:xfrm>
            <a:off x="0" y="0"/>
            <a:ext cx="12190412" cy="6858000"/>
          </a:xfrm>
          <a:prstGeom prst="rect">
            <a:avLst/>
          </a:prstGeom>
          <a:gradFill>
            <a:gsLst>
              <a:gs pos="0">
                <a:schemeClr val="tx1">
                  <a:alpha val="22000"/>
                </a:schemeClr>
              </a:gs>
              <a:gs pos="100000">
                <a:schemeClr val="tx1">
                  <a:lumMod val="95000"/>
                  <a:lumOff val="5000"/>
                  <a:alpha val="64000"/>
                </a:schemeClr>
              </a:gs>
            </a:gsLst>
            <a:lin ang="5400000" scaled="1"/>
          </a:gradFill>
          <a:ln w="19050" algn="ctr">
            <a:noFill/>
            <a:round/>
          </a:ln>
        </p:spPr>
        <p:txBody>
          <a:bodyPr lIns="35967" tIns="0" rIns="35967" bIns="0" rtlCol="0" anchor="ctr"/>
          <a:lstStyle/>
          <a:p>
            <a:pPr algn="ctr" defTabSz="913577" eaLnBrk="1" hangingPunct="1"/>
            <a:endParaRPr lang="en-US" sz="1599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7C00B8B9-6B36-4DA9-9276-1A5E862881D0}"/>
              </a:ext>
            </a:extLst>
          </p:cNvPr>
          <p:cNvSpPr/>
          <p:nvPr userDrawn="1"/>
        </p:nvSpPr>
        <p:spPr bwMode="auto">
          <a:xfrm>
            <a:off x="549351" y="842789"/>
            <a:ext cx="1222415" cy="1223247"/>
          </a:xfrm>
          <a:prstGeom prst="rect">
            <a:avLst/>
          </a:prstGeom>
          <a:solidFill>
            <a:srgbClr val="210079"/>
          </a:solidFill>
          <a:ln w="28575" algn="ctr">
            <a:noFill/>
            <a:round/>
          </a:ln>
        </p:spPr>
        <p:txBody>
          <a:bodyPr lIns="35967" tIns="0" rIns="35967" bIns="0" rtlCol="0" anchor="ctr"/>
          <a:lstStyle/>
          <a:p>
            <a:pPr algn="ctr" defTabSz="913577" eaLnBrk="1" hangingPunct="1"/>
            <a:endParaRPr lang="en-US" sz="1599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242375DC-531D-4C04-9BBF-A840DACBDBBD}"/>
              </a:ext>
            </a:extLst>
          </p:cNvPr>
          <p:cNvSpPr/>
          <p:nvPr userDrawn="1"/>
        </p:nvSpPr>
        <p:spPr bwMode="auto">
          <a:xfrm>
            <a:off x="9975127" y="2073636"/>
            <a:ext cx="349898" cy="350136"/>
          </a:xfrm>
          <a:prstGeom prst="rect">
            <a:avLst/>
          </a:prstGeom>
          <a:noFill/>
          <a:ln w="28575" algn="ctr">
            <a:solidFill>
              <a:srgbClr val="44546A"/>
            </a:solidFill>
            <a:round/>
          </a:ln>
        </p:spPr>
        <p:txBody>
          <a:bodyPr lIns="35967" tIns="0" rIns="35967" bIns="0" rtlCol="0" anchor="ctr"/>
          <a:lstStyle/>
          <a:p>
            <a:pPr algn="ctr" defTabSz="913577" eaLnBrk="1" hangingPunct="1"/>
            <a:endParaRPr lang="en-US" sz="1599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EEE0DE26-A661-BBA3-DC8B-A84AE4B6BE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00" y="2642401"/>
            <a:ext cx="3813175" cy="78739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3200" b="1">
                <a:solidFill>
                  <a:schemeClr val="bg1"/>
                </a:solidFill>
              </a:defRPr>
            </a:lvl1pPr>
            <a:lvl2pPr marL="3175" indent="0">
              <a:buFontTx/>
              <a:buNone/>
              <a:defRPr/>
            </a:lvl2pPr>
            <a:lvl3pPr marL="231775" indent="0">
              <a:buFontTx/>
              <a:buNone/>
              <a:defRPr/>
            </a:lvl3pPr>
            <a:lvl4pPr marL="447675" indent="0">
              <a:buFontTx/>
              <a:buNone/>
              <a:defRPr/>
            </a:lvl4pPr>
            <a:lvl5pPr marL="668020" indent="0">
              <a:buFontTx/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53CBB6D2-5952-0449-FFB4-15B95383F91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0800" y="3470400"/>
            <a:ext cx="3813175" cy="78739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chemeClr val="bg1"/>
                </a:solidFill>
              </a:defRPr>
            </a:lvl1pPr>
            <a:lvl2pPr marL="3175" indent="0">
              <a:buFontTx/>
              <a:buNone/>
              <a:defRPr/>
            </a:lvl2pPr>
            <a:lvl3pPr marL="231775" indent="0">
              <a:buFontTx/>
              <a:buNone/>
              <a:defRPr/>
            </a:lvl3pPr>
            <a:lvl4pPr marL="447675" indent="0">
              <a:buFontTx/>
              <a:buNone/>
              <a:defRPr/>
            </a:lvl4pPr>
            <a:lvl5pPr marL="668020" indent="0">
              <a:buFontTx/>
              <a:buNone/>
              <a:defRPr/>
            </a:lvl5pPr>
          </a:lstStyle>
          <a:p>
            <a:pPr lvl="0"/>
            <a:endParaRPr lang="en-US" dirty="0"/>
          </a:p>
        </p:txBody>
      </p:sp>
      <p:pic>
        <p:nvPicPr>
          <p:cNvPr id="10" name="Graphic 5">
            <a:extLst>
              <a:ext uri="{FF2B5EF4-FFF2-40B4-BE49-F238E27FC236}">
                <a16:creationId xmlns:a16="http://schemas.microsoft.com/office/drawing/2014/main" id="{13FF2B4B-7734-41AA-8BBE-FF32DF9212C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75096" y="1170293"/>
            <a:ext cx="570924" cy="570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903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6">
          <p15:clr>
            <a:srgbClr val="FBAE40"/>
          </p15:clr>
        </p15:guide>
        <p15:guide id="2" pos="7423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hapter version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>
            <a:extLst>
              <a:ext uri="{FF2B5EF4-FFF2-40B4-BE49-F238E27FC236}">
                <a16:creationId xmlns:a16="http://schemas.microsoft.com/office/drawing/2014/main" id="{DC0D21DD-1B01-4184-BC78-B6C3FAF6D1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1" y="0"/>
            <a:ext cx="12190413" cy="6858000"/>
          </a:xfrm>
          <a:prstGeom prst="rect">
            <a:avLst/>
          </a:prstGeom>
        </p:spPr>
      </p:pic>
      <p:sp>
        <p:nvSpPr>
          <p:cNvPr id="10" name="Rectangle 6">
            <a:extLst>
              <a:ext uri="{FF2B5EF4-FFF2-40B4-BE49-F238E27FC236}">
                <a16:creationId xmlns:a16="http://schemas.microsoft.com/office/drawing/2014/main" id="{FC55984E-EE92-455F-B5A9-3B78BEBC5D9C}"/>
              </a:ext>
            </a:extLst>
          </p:cNvPr>
          <p:cNvSpPr/>
          <p:nvPr userDrawn="1"/>
        </p:nvSpPr>
        <p:spPr bwMode="auto">
          <a:xfrm>
            <a:off x="0" y="0"/>
            <a:ext cx="12190412" cy="6858000"/>
          </a:xfrm>
          <a:prstGeom prst="rect">
            <a:avLst/>
          </a:prstGeom>
          <a:gradFill>
            <a:gsLst>
              <a:gs pos="0">
                <a:schemeClr val="tx1">
                  <a:alpha val="22000"/>
                </a:schemeClr>
              </a:gs>
              <a:gs pos="100000">
                <a:schemeClr val="tx1">
                  <a:lumMod val="95000"/>
                  <a:lumOff val="5000"/>
                  <a:alpha val="64000"/>
                </a:schemeClr>
              </a:gs>
            </a:gsLst>
            <a:lin ang="5400000" scaled="1"/>
          </a:gradFill>
          <a:ln w="19050" algn="ctr">
            <a:noFill/>
            <a:round/>
          </a:ln>
        </p:spPr>
        <p:txBody>
          <a:bodyPr lIns="35967" tIns="0" rIns="35967" bIns="0" rtlCol="0" anchor="ctr"/>
          <a:lstStyle/>
          <a:p>
            <a:pPr algn="ctr" defTabSz="913577" eaLnBrk="1" hangingPunct="1"/>
            <a:endParaRPr lang="en-US" sz="1599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2D0DBF53-F72D-4817-861C-496CDE7029B1}"/>
              </a:ext>
            </a:extLst>
          </p:cNvPr>
          <p:cNvSpPr/>
          <p:nvPr userDrawn="1"/>
        </p:nvSpPr>
        <p:spPr bwMode="auto">
          <a:xfrm>
            <a:off x="549351" y="842789"/>
            <a:ext cx="1222415" cy="1223247"/>
          </a:xfrm>
          <a:prstGeom prst="rect">
            <a:avLst/>
          </a:prstGeom>
          <a:solidFill>
            <a:srgbClr val="210079"/>
          </a:solidFill>
          <a:ln w="28575" algn="ctr">
            <a:noFill/>
            <a:round/>
          </a:ln>
        </p:spPr>
        <p:txBody>
          <a:bodyPr lIns="35967" tIns="0" rIns="35967" bIns="0" rtlCol="0" anchor="ctr"/>
          <a:lstStyle/>
          <a:p>
            <a:pPr algn="ctr" defTabSz="913577" eaLnBrk="1" hangingPunct="1"/>
            <a:endParaRPr lang="en-US" sz="1599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F5CDBC0C-EB99-45DF-A3AB-011255547C57}"/>
              </a:ext>
            </a:extLst>
          </p:cNvPr>
          <p:cNvSpPr/>
          <p:nvPr userDrawn="1"/>
        </p:nvSpPr>
        <p:spPr bwMode="auto">
          <a:xfrm>
            <a:off x="9975127" y="2073636"/>
            <a:ext cx="349898" cy="350136"/>
          </a:xfrm>
          <a:prstGeom prst="rect">
            <a:avLst/>
          </a:prstGeom>
          <a:noFill/>
          <a:ln w="28575" algn="ctr">
            <a:solidFill>
              <a:srgbClr val="44546A"/>
            </a:solidFill>
            <a:round/>
          </a:ln>
        </p:spPr>
        <p:txBody>
          <a:bodyPr lIns="35967" tIns="0" rIns="35967" bIns="0" rtlCol="0" anchor="ctr"/>
          <a:lstStyle/>
          <a:p>
            <a:pPr algn="ctr" defTabSz="913577" eaLnBrk="1" hangingPunct="1"/>
            <a:endParaRPr lang="en-US" sz="1599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EEE0DE26-A661-BBA3-DC8B-A84AE4B6BE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00" y="2642401"/>
            <a:ext cx="3813175" cy="78739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3200" b="1">
                <a:solidFill>
                  <a:schemeClr val="bg1"/>
                </a:solidFill>
              </a:defRPr>
            </a:lvl1pPr>
            <a:lvl2pPr marL="3175" indent="0">
              <a:buFontTx/>
              <a:buNone/>
              <a:defRPr/>
            </a:lvl2pPr>
            <a:lvl3pPr marL="231775" indent="0">
              <a:buFontTx/>
              <a:buNone/>
              <a:defRPr/>
            </a:lvl3pPr>
            <a:lvl4pPr marL="447675" indent="0">
              <a:buFontTx/>
              <a:buNone/>
              <a:defRPr/>
            </a:lvl4pPr>
            <a:lvl5pPr marL="668020" indent="0">
              <a:buFontTx/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53CBB6D2-5952-0449-FFB4-15B95383F91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0800" y="3470400"/>
            <a:ext cx="3813175" cy="78739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chemeClr val="bg1"/>
                </a:solidFill>
              </a:defRPr>
            </a:lvl1pPr>
            <a:lvl2pPr marL="3175" indent="0">
              <a:buFontTx/>
              <a:buNone/>
              <a:defRPr/>
            </a:lvl2pPr>
            <a:lvl3pPr marL="231775" indent="0">
              <a:buFontTx/>
              <a:buNone/>
              <a:defRPr/>
            </a:lvl3pPr>
            <a:lvl4pPr marL="447675" indent="0">
              <a:buFontTx/>
              <a:buNone/>
              <a:defRPr/>
            </a:lvl4pPr>
            <a:lvl5pPr marL="668020" indent="0">
              <a:buFontTx/>
              <a:buNone/>
              <a:defRPr/>
            </a:lvl5pPr>
          </a:lstStyle>
          <a:p>
            <a:pPr lvl="0"/>
            <a:endParaRPr lang="en-US" dirty="0"/>
          </a:p>
        </p:txBody>
      </p:sp>
      <p:pic>
        <p:nvPicPr>
          <p:cNvPr id="13" name="Graphic 5">
            <a:extLst>
              <a:ext uri="{FF2B5EF4-FFF2-40B4-BE49-F238E27FC236}">
                <a16:creationId xmlns:a16="http://schemas.microsoft.com/office/drawing/2014/main" id="{9922B610-15C8-4378-9127-DB97E40EB66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75096" y="1170293"/>
            <a:ext cx="570924" cy="570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3843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6">
          <p15:clr>
            <a:srgbClr val="FBAE40"/>
          </p15:clr>
        </p15:guide>
        <p15:guide id="2" pos="7423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hapter version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EB5B3A07-EC21-478B-A4CE-F4212B4BECA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1" y="0"/>
            <a:ext cx="12190413" cy="6858000"/>
          </a:xfrm>
          <a:prstGeom prst="rect">
            <a:avLst/>
          </a:prstGeom>
        </p:spPr>
      </p:pic>
      <p:sp>
        <p:nvSpPr>
          <p:cNvPr id="6" name="Rectangle 6">
            <a:extLst>
              <a:ext uri="{FF2B5EF4-FFF2-40B4-BE49-F238E27FC236}">
                <a16:creationId xmlns:a16="http://schemas.microsoft.com/office/drawing/2014/main" id="{A2A34832-B783-4B10-B1C3-FDA95111E349}"/>
              </a:ext>
            </a:extLst>
          </p:cNvPr>
          <p:cNvSpPr/>
          <p:nvPr userDrawn="1"/>
        </p:nvSpPr>
        <p:spPr bwMode="auto">
          <a:xfrm>
            <a:off x="0" y="0"/>
            <a:ext cx="12190412" cy="6858000"/>
          </a:xfrm>
          <a:prstGeom prst="rect">
            <a:avLst/>
          </a:prstGeom>
          <a:gradFill>
            <a:gsLst>
              <a:gs pos="0">
                <a:schemeClr val="tx1">
                  <a:alpha val="22000"/>
                </a:schemeClr>
              </a:gs>
              <a:gs pos="100000">
                <a:schemeClr val="tx1">
                  <a:lumMod val="95000"/>
                  <a:lumOff val="5000"/>
                  <a:alpha val="64000"/>
                </a:schemeClr>
              </a:gs>
            </a:gsLst>
            <a:lin ang="5400000" scaled="1"/>
          </a:gradFill>
          <a:ln w="19050" algn="ctr">
            <a:noFill/>
            <a:round/>
          </a:ln>
        </p:spPr>
        <p:txBody>
          <a:bodyPr lIns="35967" tIns="0" rIns="35967" bIns="0" rtlCol="0" anchor="ctr"/>
          <a:lstStyle/>
          <a:p>
            <a:pPr algn="ctr" defTabSz="913577" eaLnBrk="1" hangingPunct="1"/>
            <a:endParaRPr lang="en-US" sz="1599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CB71EFCB-AD14-45ED-8253-AEAF2D0F7303}"/>
              </a:ext>
            </a:extLst>
          </p:cNvPr>
          <p:cNvSpPr/>
          <p:nvPr userDrawn="1"/>
        </p:nvSpPr>
        <p:spPr bwMode="auto">
          <a:xfrm>
            <a:off x="549351" y="842789"/>
            <a:ext cx="1222415" cy="1223247"/>
          </a:xfrm>
          <a:prstGeom prst="rect">
            <a:avLst/>
          </a:prstGeom>
          <a:solidFill>
            <a:srgbClr val="210079"/>
          </a:solidFill>
          <a:ln w="28575" algn="ctr">
            <a:noFill/>
            <a:round/>
          </a:ln>
        </p:spPr>
        <p:txBody>
          <a:bodyPr lIns="35967" tIns="0" rIns="35967" bIns="0" rtlCol="0" anchor="ctr"/>
          <a:lstStyle/>
          <a:p>
            <a:pPr algn="ctr" defTabSz="913577" eaLnBrk="1" hangingPunct="1"/>
            <a:endParaRPr lang="en-US" sz="1599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19C77D87-5E71-4D41-BEBE-39CFE6D550B7}"/>
              </a:ext>
            </a:extLst>
          </p:cNvPr>
          <p:cNvSpPr/>
          <p:nvPr userDrawn="1"/>
        </p:nvSpPr>
        <p:spPr bwMode="auto">
          <a:xfrm>
            <a:off x="9958199" y="4350482"/>
            <a:ext cx="272021" cy="272206"/>
          </a:xfrm>
          <a:prstGeom prst="rect">
            <a:avLst/>
          </a:prstGeom>
          <a:noFill/>
          <a:ln w="28575" algn="ctr">
            <a:solidFill>
              <a:srgbClr val="44546A"/>
            </a:solidFill>
            <a:round/>
          </a:ln>
        </p:spPr>
        <p:txBody>
          <a:bodyPr lIns="35967" tIns="0" rIns="35967" bIns="0" rtlCol="0" anchor="ctr"/>
          <a:lstStyle/>
          <a:p>
            <a:pPr algn="ctr" defTabSz="913577" eaLnBrk="1" hangingPunct="1"/>
            <a:endParaRPr lang="en-US" sz="1599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EEE0DE26-A661-BBA3-DC8B-A84AE4B6BE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00" y="2642401"/>
            <a:ext cx="3813175" cy="78739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3200" b="1">
                <a:solidFill>
                  <a:schemeClr val="bg1"/>
                </a:solidFill>
              </a:defRPr>
            </a:lvl1pPr>
            <a:lvl2pPr marL="3175" indent="0">
              <a:buFontTx/>
              <a:buNone/>
              <a:defRPr/>
            </a:lvl2pPr>
            <a:lvl3pPr marL="231775" indent="0">
              <a:buFontTx/>
              <a:buNone/>
              <a:defRPr/>
            </a:lvl3pPr>
            <a:lvl4pPr marL="447675" indent="0">
              <a:buFontTx/>
              <a:buNone/>
              <a:defRPr/>
            </a:lvl4pPr>
            <a:lvl5pPr marL="668020" indent="0">
              <a:buFontTx/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53CBB6D2-5952-0449-FFB4-15B95383F91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0800" y="3470400"/>
            <a:ext cx="3813175" cy="78739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chemeClr val="bg1"/>
                </a:solidFill>
              </a:defRPr>
            </a:lvl1pPr>
            <a:lvl2pPr marL="3175" indent="0">
              <a:buFontTx/>
              <a:buNone/>
              <a:defRPr/>
            </a:lvl2pPr>
            <a:lvl3pPr marL="231775" indent="0">
              <a:buFontTx/>
              <a:buNone/>
              <a:defRPr/>
            </a:lvl3pPr>
            <a:lvl4pPr marL="447675" indent="0">
              <a:buFontTx/>
              <a:buNone/>
              <a:defRPr/>
            </a:lvl4pPr>
            <a:lvl5pPr marL="668020" indent="0">
              <a:buFontTx/>
              <a:buNone/>
              <a:defRPr/>
            </a:lvl5pPr>
          </a:lstStyle>
          <a:p>
            <a:pPr lvl="0"/>
            <a:endParaRPr lang="en-US" dirty="0"/>
          </a:p>
        </p:txBody>
      </p:sp>
      <p:pic>
        <p:nvPicPr>
          <p:cNvPr id="9" name="Graphic 5">
            <a:extLst>
              <a:ext uri="{FF2B5EF4-FFF2-40B4-BE49-F238E27FC236}">
                <a16:creationId xmlns:a16="http://schemas.microsoft.com/office/drawing/2014/main" id="{BC4DD76A-2235-41B5-A588-785CBC56F6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75096" y="1170293"/>
            <a:ext cx="570924" cy="570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0259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6">
          <p15:clr>
            <a:srgbClr val="FBAE40"/>
          </p15:clr>
        </p15:guide>
        <p15:guide id="2" pos="7423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chap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0A4E3E8-FEAD-E82A-7DBB-93F6B72BD1E1}"/>
              </a:ext>
            </a:extLst>
          </p:cNvPr>
          <p:cNvSpPr/>
          <p:nvPr userDrawn="1"/>
        </p:nvSpPr>
        <p:spPr bwMode="auto">
          <a:xfrm>
            <a:off x="9393383" y="5245987"/>
            <a:ext cx="1108364" cy="1108364"/>
          </a:xfrm>
          <a:prstGeom prst="rect">
            <a:avLst/>
          </a:prstGeom>
          <a:noFill/>
          <a:ln w="28575" algn="ctr">
            <a:solidFill>
              <a:schemeClr val="bg2"/>
            </a:solidFill>
            <a:round/>
          </a:ln>
        </p:spPr>
        <p:txBody>
          <a:bodyPr lIns="36000" tIns="0" rIns="36000" bIns="0" rtlCol="0" anchor="ctr"/>
          <a:lstStyle/>
          <a:p>
            <a:pPr algn="ctr" defTabSz="914400" eaLnBrk="1" hangingPunct="1"/>
            <a:endParaRPr lang="en-US" sz="1600" b="1" dirty="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D032D3-6ACD-199A-6614-A63961E14E41}"/>
              </a:ext>
            </a:extLst>
          </p:cNvPr>
          <p:cNvSpPr/>
          <p:nvPr userDrawn="1"/>
        </p:nvSpPr>
        <p:spPr bwMode="auto">
          <a:xfrm>
            <a:off x="5845031" y="5384532"/>
            <a:ext cx="498763" cy="498763"/>
          </a:xfrm>
          <a:prstGeom prst="rect">
            <a:avLst/>
          </a:prstGeom>
          <a:noFill/>
          <a:ln w="28575" algn="ctr">
            <a:solidFill>
              <a:schemeClr val="bg2"/>
            </a:solidFill>
            <a:round/>
          </a:ln>
        </p:spPr>
        <p:txBody>
          <a:bodyPr lIns="36000" tIns="0" rIns="36000" bIns="0" rtlCol="0" anchor="ctr"/>
          <a:lstStyle/>
          <a:p>
            <a:pPr algn="ctr" defTabSz="914400" eaLnBrk="1" hangingPunct="1"/>
            <a:endParaRPr lang="en-US" sz="1600" b="1" dirty="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CD08AF5B-A049-073B-B597-0B470F5D1F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00" y="2642401"/>
            <a:ext cx="3813175" cy="78739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3200" b="1">
                <a:solidFill>
                  <a:schemeClr val="bg1"/>
                </a:solidFill>
              </a:defRPr>
            </a:lvl1pPr>
            <a:lvl2pPr marL="3175" indent="0">
              <a:buFontTx/>
              <a:buNone/>
              <a:defRPr/>
            </a:lvl2pPr>
            <a:lvl3pPr marL="231775" indent="0">
              <a:buFontTx/>
              <a:buNone/>
              <a:defRPr/>
            </a:lvl3pPr>
            <a:lvl4pPr marL="447675" indent="0">
              <a:buFontTx/>
              <a:buNone/>
              <a:defRPr/>
            </a:lvl4pPr>
            <a:lvl5pPr marL="668020" indent="0">
              <a:buFontTx/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41BB1F4B-EE81-D54D-640C-4E61F297C83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0800" y="3470400"/>
            <a:ext cx="3813175" cy="78739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chemeClr val="bg1"/>
                </a:solidFill>
              </a:defRPr>
            </a:lvl1pPr>
            <a:lvl2pPr marL="3175" indent="0">
              <a:buFontTx/>
              <a:buNone/>
              <a:defRPr/>
            </a:lvl2pPr>
            <a:lvl3pPr marL="231775" indent="0">
              <a:buFontTx/>
              <a:buNone/>
              <a:defRPr/>
            </a:lvl3pPr>
            <a:lvl4pPr marL="447675" indent="0">
              <a:buFontTx/>
              <a:buNone/>
              <a:defRPr/>
            </a:lvl4pPr>
            <a:lvl5pPr marL="668020" indent="0">
              <a:buFontTx/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4E1B70-9ADC-FFAB-D0CC-4E8868E5B241}"/>
              </a:ext>
            </a:extLst>
          </p:cNvPr>
          <p:cNvSpPr/>
          <p:nvPr userDrawn="1"/>
        </p:nvSpPr>
        <p:spPr bwMode="auto">
          <a:xfrm>
            <a:off x="549852" y="842984"/>
            <a:ext cx="1223530" cy="1223530"/>
          </a:xfrm>
          <a:prstGeom prst="rect">
            <a:avLst/>
          </a:prstGeom>
          <a:solidFill>
            <a:srgbClr val="210079"/>
          </a:solidFill>
          <a:ln w="28575" algn="ctr">
            <a:noFill/>
            <a:round/>
          </a:ln>
        </p:spPr>
        <p:txBody>
          <a:bodyPr lIns="36000" tIns="0" rIns="36000" bIns="0" rtlCol="0" anchor="ctr"/>
          <a:lstStyle/>
          <a:p>
            <a:pPr algn="ctr" defTabSz="914400" eaLnBrk="1" hangingPunct="1"/>
            <a:endParaRPr lang="en-US" sz="1600" b="1" dirty="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517617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lication showcas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47509510-246B-EB6B-4D38-B29D76B7635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461906" y="1840559"/>
            <a:ext cx="2167697" cy="2746800"/>
          </a:xfrm>
          <a:custGeom>
            <a:avLst/>
            <a:gdLst>
              <a:gd name="connsiteX0" fmla="*/ 0 w 2167697"/>
              <a:gd name="connsiteY0" fmla="*/ 0 h 3929943"/>
              <a:gd name="connsiteX1" fmla="*/ 2167697 w 2167697"/>
              <a:gd name="connsiteY1" fmla="*/ 0 h 3929943"/>
              <a:gd name="connsiteX2" fmla="*/ 2167697 w 2167697"/>
              <a:gd name="connsiteY2" fmla="*/ 3929943 h 3929943"/>
              <a:gd name="connsiteX3" fmla="*/ 0 w 2167697"/>
              <a:gd name="connsiteY3" fmla="*/ 3929943 h 3929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7697" h="3929943">
                <a:moveTo>
                  <a:pt x="0" y="0"/>
                </a:moveTo>
                <a:lnTo>
                  <a:pt x="2167697" y="0"/>
                </a:lnTo>
                <a:lnTo>
                  <a:pt x="2167697" y="3929943"/>
                </a:lnTo>
                <a:lnTo>
                  <a:pt x="0" y="392994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lang="en-US" sz="1600"/>
            </a:lvl1pPr>
          </a:lstStyle>
          <a:p>
            <a:pPr lvl="0"/>
            <a:endParaRPr lang="en-US" dirty="0"/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FCDF1D78-A9F5-F4A9-4534-4852F7CA119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842135" y="1840558"/>
            <a:ext cx="2167697" cy="2746800"/>
          </a:xfrm>
          <a:custGeom>
            <a:avLst/>
            <a:gdLst>
              <a:gd name="connsiteX0" fmla="*/ 0 w 2167697"/>
              <a:gd name="connsiteY0" fmla="*/ 0 h 3929943"/>
              <a:gd name="connsiteX1" fmla="*/ 2167697 w 2167697"/>
              <a:gd name="connsiteY1" fmla="*/ 0 h 3929943"/>
              <a:gd name="connsiteX2" fmla="*/ 2167697 w 2167697"/>
              <a:gd name="connsiteY2" fmla="*/ 3929943 h 3929943"/>
              <a:gd name="connsiteX3" fmla="*/ 0 w 2167697"/>
              <a:gd name="connsiteY3" fmla="*/ 3929943 h 3929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7697" h="3929943">
                <a:moveTo>
                  <a:pt x="0" y="0"/>
                </a:moveTo>
                <a:lnTo>
                  <a:pt x="2167697" y="0"/>
                </a:lnTo>
                <a:lnTo>
                  <a:pt x="2167697" y="3929943"/>
                </a:lnTo>
                <a:lnTo>
                  <a:pt x="0" y="392994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lang="en-US" sz="1600" dirty="0"/>
            </a:lvl1pPr>
          </a:lstStyle>
          <a:p>
            <a:pPr lvl="0"/>
            <a:endParaRPr lang="en-US" dirty="0"/>
          </a:p>
        </p:txBody>
      </p:sp>
      <p:sp>
        <p:nvSpPr>
          <p:cNvPr id="5" name="Picture Placeholder 12">
            <a:extLst>
              <a:ext uri="{FF2B5EF4-FFF2-40B4-BE49-F238E27FC236}">
                <a16:creationId xmlns:a16="http://schemas.microsoft.com/office/drawing/2014/main" id="{47882253-9400-7429-C924-81EA8D229FF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22364" y="1840558"/>
            <a:ext cx="2167697" cy="2746800"/>
          </a:xfrm>
          <a:custGeom>
            <a:avLst/>
            <a:gdLst>
              <a:gd name="connsiteX0" fmla="*/ 0 w 2167697"/>
              <a:gd name="connsiteY0" fmla="*/ 0 h 3929943"/>
              <a:gd name="connsiteX1" fmla="*/ 2167697 w 2167697"/>
              <a:gd name="connsiteY1" fmla="*/ 0 h 3929943"/>
              <a:gd name="connsiteX2" fmla="*/ 2167697 w 2167697"/>
              <a:gd name="connsiteY2" fmla="*/ 3929943 h 3929943"/>
              <a:gd name="connsiteX3" fmla="*/ 0 w 2167697"/>
              <a:gd name="connsiteY3" fmla="*/ 3929943 h 3929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7697" h="3929943">
                <a:moveTo>
                  <a:pt x="0" y="0"/>
                </a:moveTo>
                <a:lnTo>
                  <a:pt x="2167697" y="0"/>
                </a:lnTo>
                <a:lnTo>
                  <a:pt x="2167697" y="3929943"/>
                </a:lnTo>
                <a:lnTo>
                  <a:pt x="0" y="392994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lang="en-US" sz="1600" dirty="0"/>
            </a:lvl1pPr>
          </a:lstStyle>
          <a:p>
            <a:pPr lvl="0"/>
            <a:endParaRPr lang="en-US" dirty="0"/>
          </a:p>
        </p:txBody>
      </p:sp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25BFCF56-8B7B-5917-7E91-85C13D07B98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602592" y="1840558"/>
            <a:ext cx="2167697" cy="2746800"/>
          </a:xfrm>
          <a:custGeom>
            <a:avLst/>
            <a:gdLst>
              <a:gd name="connsiteX0" fmla="*/ 0 w 2167697"/>
              <a:gd name="connsiteY0" fmla="*/ 0 h 3929943"/>
              <a:gd name="connsiteX1" fmla="*/ 2167697 w 2167697"/>
              <a:gd name="connsiteY1" fmla="*/ 0 h 3929943"/>
              <a:gd name="connsiteX2" fmla="*/ 2167697 w 2167697"/>
              <a:gd name="connsiteY2" fmla="*/ 3929943 h 3929943"/>
              <a:gd name="connsiteX3" fmla="*/ 0 w 2167697"/>
              <a:gd name="connsiteY3" fmla="*/ 3929943 h 3929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7697" h="3929943">
                <a:moveTo>
                  <a:pt x="0" y="0"/>
                </a:moveTo>
                <a:lnTo>
                  <a:pt x="2167697" y="0"/>
                </a:lnTo>
                <a:lnTo>
                  <a:pt x="2167697" y="3929943"/>
                </a:lnTo>
                <a:lnTo>
                  <a:pt x="0" y="392994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lang="en-US" sz="1600"/>
            </a:lvl1pPr>
          </a:lstStyle>
          <a:p>
            <a:pPr lvl="0"/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8ABC5BEE-D499-D918-0404-C1A99BB7A99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075" y="377825"/>
            <a:ext cx="10094913" cy="933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/>
            </a:lvl1pPr>
          </a:lstStyle>
          <a:p>
            <a:r>
              <a:rPr lang="en-US" dirty="0"/>
              <a:t>Product info</a:t>
            </a:r>
          </a:p>
        </p:txBody>
      </p:sp>
    </p:spTree>
    <p:extLst>
      <p:ext uri="{BB962C8B-B14F-4D97-AF65-F5344CB8AC3E}">
        <p14:creationId xmlns:p14="http://schemas.microsoft.com/office/powerpoint/2010/main" val="331716407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xed content p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7A3E5E-7B3E-E742-D033-67204AB174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5600" y="378000"/>
            <a:ext cx="8192510" cy="824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/>
            </a:lvl1pPr>
            <a:lvl2pPr marL="3175" indent="0">
              <a:buNone/>
              <a:defRPr sz="3600" b="1"/>
            </a:lvl2pPr>
            <a:lvl3pPr marL="231775" indent="0">
              <a:buNone/>
              <a:defRPr sz="3600" b="1"/>
            </a:lvl3pPr>
            <a:lvl4pPr marL="447675" indent="0">
              <a:buNone/>
              <a:defRPr sz="3600" b="1"/>
            </a:lvl4pPr>
            <a:lvl5pPr marL="668020" indent="0">
              <a:buNone/>
              <a:defRPr sz="3600" b="1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A8BC1B66-6AAE-A8FE-A8DC-3CE87C45291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5600" y="1609200"/>
            <a:ext cx="5583600" cy="374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175" indent="0">
              <a:buNone/>
              <a:defRPr sz="3600" b="1"/>
            </a:lvl2pPr>
            <a:lvl3pPr marL="231775" indent="0">
              <a:buNone/>
              <a:defRPr sz="3600" b="1"/>
            </a:lvl3pPr>
            <a:lvl4pPr marL="447675" indent="0">
              <a:buNone/>
              <a:defRPr sz="3600" b="1"/>
            </a:lvl4pPr>
            <a:lvl5pPr marL="668020" indent="0">
              <a:buNone/>
              <a:defRPr sz="3600" b="1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BC7E39C4-ABC9-00F0-D9CC-2A48FB8D22D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5600" y="2113200"/>
            <a:ext cx="5583600" cy="1166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175" indent="0">
              <a:buNone/>
              <a:defRPr sz="3600" b="1"/>
            </a:lvl2pPr>
            <a:lvl3pPr marL="231775" indent="0">
              <a:buNone/>
              <a:defRPr sz="3600" b="1"/>
            </a:lvl3pPr>
            <a:lvl4pPr marL="447675" indent="0">
              <a:buNone/>
              <a:defRPr sz="3600" b="1"/>
            </a:lvl4pPr>
            <a:lvl5pPr marL="668020" indent="0">
              <a:buNone/>
              <a:defRPr sz="3600" b="1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815047A-05C7-C160-B2D3-E4FE45F85B2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98800" y="4161600"/>
            <a:ext cx="3783600" cy="22464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9DC9E672-071C-F430-7F71-030C453D766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405200" y="4161600"/>
            <a:ext cx="4773600" cy="22464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A57FEA18-E20B-0C5A-B52F-726A5FB6C06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94945" y="4161600"/>
            <a:ext cx="3783600" cy="22464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801582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s 3 peop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DCD260CD-C279-9ECC-674D-9C136BDAFB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5600" y="378547"/>
            <a:ext cx="10094913" cy="933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/>
            </a:lvl1pPr>
          </a:lstStyle>
          <a:p>
            <a:pPr lvl="0"/>
            <a:r>
              <a:rPr lang="en-US" dirty="0"/>
              <a:t>Speakers list 3 people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D1FDB7A-4F33-5A1C-A6A8-F61263F3FF86}"/>
              </a:ext>
            </a:extLst>
          </p:cNvPr>
          <p:cNvSpPr/>
          <p:nvPr userDrawn="1"/>
        </p:nvSpPr>
        <p:spPr bwMode="auto">
          <a:xfrm>
            <a:off x="843495" y="1648724"/>
            <a:ext cx="2911132" cy="2865746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algn="ctr">
            <a:noFill/>
            <a:round/>
          </a:ln>
        </p:spPr>
        <p:txBody>
          <a:bodyPr lIns="36000" tIns="0" rIns="36000" bIns="0" rtlCol="0" anchor="ctr"/>
          <a:lstStyle/>
          <a:p>
            <a:pPr algn="ctr" defTabSz="914400" eaLnBrk="1" hangingPunct="1"/>
            <a:endParaRPr lang="en-US" sz="1600" b="1" dirty="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21972AE-CDAF-0734-4048-CB35AFD6C6F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42963" y="1648725"/>
            <a:ext cx="2911475" cy="286612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709A4F9-5141-AE2E-E998-595761541EDF}"/>
              </a:ext>
            </a:extLst>
          </p:cNvPr>
          <p:cNvSpPr/>
          <p:nvPr userDrawn="1"/>
        </p:nvSpPr>
        <p:spPr bwMode="auto">
          <a:xfrm>
            <a:off x="4639734" y="1731852"/>
            <a:ext cx="2911132" cy="2865746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algn="ctr">
            <a:noFill/>
            <a:round/>
          </a:ln>
        </p:spPr>
        <p:txBody>
          <a:bodyPr lIns="36000" tIns="0" rIns="36000" bIns="0" rtlCol="0" anchor="ctr"/>
          <a:lstStyle/>
          <a:p>
            <a:pPr algn="ctr" defTabSz="914400" eaLnBrk="1" hangingPunct="1"/>
            <a:endParaRPr lang="en-US" sz="1600" b="1" dirty="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10D82635-938A-3C31-7ADA-5CE8F33FF60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639563" y="1731853"/>
            <a:ext cx="2911475" cy="286612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91E2CA5-2C22-0008-32F8-5EC559A32AE9}"/>
              </a:ext>
            </a:extLst>
          </p:cNvPr>
          <p:cNvSpPr/>
          <p:nvPr userDrawn="1"/>
        </p:nvSpPr>
        <p:spPr bwMode="auto">
          <a:xfrm>
            <a:off x="8454352" y="1731852"/>
            <a:ext cx="2911132" cy="2865746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algn="ctr">
            <a:noFill/>
            <a:round/>
          </a:ln>
        </p:spPr>
        <p:txBody>
          <a:bodyPr lIns="36000" tIns="0" rIns="36000" bIns="0" rtlCol="0" anchor="ctr"/>
          <a:lstStyle/>
          <a:p>
            <a:pPr algn="ctr" defTabSz="914400" eaLnBrk="1" hangingPunct="1"/>
            <a:endParaRPr lang="en-US" sz="1600" b="1" dirty="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A3FAB94-5884-DBFC-6927-E687C60261B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54181" y="1731853"/>
            <a:ext cx="2911475" cy="2866126"/>
          </a:xfrm>
          <a:prstGeom prst="rect">
            <a:avLst/>
          </a:prstGeom>
        </p:spPr>
        <p:txBody>
          <a:bodyPr anchor="ctr"/>
          <a:lstStyle>
            <a:lvl1pPr algn="ctr">
              <a:defRPr sz="1600"/>
            </a:lvl1pPr>
          </a:lstStyle>
          <a:p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804D4F1-E50D-9928-0F99-3485046164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2963" y="4597401"/>
            <a:ext cx="2911475" cy="53801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175" indent="0">
              <a:buNone/>
              <a:defRPr sz="3200" b="1"/>
            </a:lvl2pPr>
            <a:lvl3pPr marL="231775" indent="0">
              <a:buNone/>
              <a:defRPr sz="3200" b="1"/>
            </a:lvl3pPr>
            <a:lvl4pPr marL="447675" indent="0">
              <a:buNone/>
              <a:defRPr sz="3200" b="1"/>
            </a:lvl4pPr>
            <a:lvl5pPr marL="668020" indent="0">
              <a:buNone/>
              <a:defRPr sz="3200" b="1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79523C69-3E3C-4EF4-B054-835E803D5A4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48345" y="4597401"/>
            <a:ext cx="2911475" cy="53801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175" indent="0">
              <a:buNone/>
              <a:defRPr sz="3200" b="1"/>
            </a:lvl2pPr>
            <a:lvl3pPr marL="231775" indent="0">
              <a:buNone/>
              <a:defRPr sz="3200" b="1"/>
            </a:lvl3pPr>
            <a:lvl4pPr marL="447675" indent="0">
              <a:buNone/>
              <a:defRPr sz="3200" b="1"/>
            </a:lvl4pPr>
            <a:lvl5pPr marL="668020" indent="0">
              <a:buNone/>
              <a:defRPr sz="3200" b="1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62B61424-DA5B-002B-62C4-8DF089F9A01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62963" y="4597401"/>
            <a:ext cx="2911475" cy="53801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175" indent="0">
              <a:buNone/>
              <a:defRPr sz="3200" b="1"/>
            </a:lvl2pPr>
            <a:lvl3pPr marL="231775" indent="0">
              <a:buNone/>
              <a:defRPr sz="3200" b="1"/>
            </a:lvl3pPr>
            <a:lvl4pPr marL="447675" indent="0">
              <a:buNone/>
              <a:defRPr sz="3200" b="1"/>
            </a:lvl4pPr>
            <a:lvl5pPr marL="668020" indent="0">
              <a:buNone/>
              <a:defRPr sz="3200" b="1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BF66749D-6523-EB26-ED5B-BC42568475A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42963" y="5170056"/>
            <a:ext cx="2911475" cy="53801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175" indent="0">
              <a:buNone/>
              <a:defRPr sz="3200" b="1"/>
            </a:lvl2pPr>
            <a:lvl3pPr marL="231775" indent="0">
              <a:buNone/>
              <a:defRPr sz="3200" b="1"/>
            </a:lvl3pPr>
            <a:lvl4pPr marL="447675" indent="0">
              <a:buNone/>
              <a:defRPr sz="3200" b="1"/>
            </a:lvl4pPr>
            <a:lvl5pPr marL="668020" indent="0">
              <a:buNone/>
              <a:defRPr sz="3200" b="1"/>
            </a:lvl5pPr>
          </a:lstStyle>
          <a:p>
            <a:pPr algn="ctr">
              <a:lnSpc>
                <a:spcPct val="150000"/>
              </a:lnSpc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Job title, Company Name</a:t>
            </a:r>
            <a:endParaRPr lang="en-US" sz="1600" b="1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E8348703-2C8D-48A4-98CF-A79CEB30C9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48345" y="5170056"/>
            <a:ext cx="2911475" cy="53801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175" indent="0">
              <a:buNone/>
              <a:defRPr sz="3200" b="1"/>
            </a:lvl2pPr>
            <a:lvl3pPr marL="231775" indent="0">
              <a:buNone/>
              <a:defRPr sz="3200" b="1"/>
            </a:lvl3pPr>
            <a:lvl4pPr marL="447675" indent="0">
              <a:buNone/>
              <a:defRPr sz="3200" b="1"/>
            </a:lvl4pPr>
            <a:lvl5pPr marL="668020" indent="0">
              <a:buNone/>
              <a:defRPr sz="3200" b="1"/>
            </a:lvl5pPr>
          </a:lstStyle>
          <a:p>
            <a:pPr algn="ctr">
              <a:lnSpc>
                <a:spcPct val="150000"/>
              </a:lnSpc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Job title, Company Name</a:t>
            </a:r>
            <a:endParaRPr lang="en-US" sz="1600" b="1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DA669BAF-BAED-830E-DCEF-91D781D85D5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62963" y="5170056"/>
            <a:ext cx="2911475" cy="53801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175" indent="0">
              <a:buNone/>
              <a:defRPr sz="3200" b="1"/>
            </a:lvl2pPr>
            <a:lvl3pPr marL="231775" indent="0">
              <a:buNone/>
              <a:defRPr sz="3200" b="1"/>
            </a:lvl3pPr>
            <a:lvl4pPr marL="447675" indent="0">
              <a:buNone/>
              <a:defRPr sz="3200" b="1"/>
            </a:lvl4pPr>
            <a:lvl5pPr marL="668020" indent="0">
              <a:buNone/>
              <a:defRPr sz="3200" b="1"/>
            </a:lvl5pPr>
          </a:lstStyle>
          <a:p>
            <a:pPr algn="ctr">
              <a:lnSpc>
                <a:spcPct val="150000"/>
              </a:lnSpc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Job title, Company Name</a:t>
            </a:r>
            <a:endParaRPr lang="en-US" sz="1600" b="1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50D0FB97-FF0B-AAB3-B26E-9D27C398F7F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42963" y="5781675"/>
            <a:ext cx="2911475" cy="70008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/>
            </a:lvl1pPr>
            <a:lvl2pPr marL="3175" indent="0">
              <a:buNone/>
              <a:defRPr sz="1200"/>
            </a:lvl2pPr>
            <a:lvl3pPr marL="231775" indent="0">
              <a:buNone/>
              <a:defRPr sz="1200"/>
            </a:lvl3pPr>
            <a:lvl4pPr marL="447675" indent="0">
              <a:buNone/>
              <a:defRPr sz="1200"/>
            </a:lvl4pPr>
            <a:lvl5pPr marL="668020" indent="0">
              <a:buNone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1F9CF031-23B2-658D-5721-574C11A3B61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648344" y="5781675"/>
            <a:ext cx="2911475" cy="70008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/>
            </a:lvl1pPr>
            <a:lvl2pPr marL="3175" indent="0">
              <a:buNone/>
              <a:defRPr sz="1200"/>
            </a:lvl2pPr>
            <a:lvl3pPr marL="231775" indent="0">
              <a:buNone/>
              <a:defRPr sz="1200"/>
            </a:lvl3pPr>
            <a:lvl4pPr marL="447675" indent="0">
              <a:buNone/>
              <a:defRPr sz="1200"/>
            </a:lvl4pPr>
            <a:lvl5pPr marL="668020" indent="0">
              <a:buNone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1640168E-16EB-0567-EEEB-FDA2ABB00B5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472198" y="5781675"/>
            <a:ext cx="2911475" cy="70008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/>
            </a:lvl1pPr>
            <a:lvl2pPr marL="3175" indent="0">
              <a:buNone/>
              <a:defRPr sz="1200"/>
            </a:lvl2pPr>
            <a:lvl3pPr marL="231775" indent="0">
              <a:buNone/>
              <a:defRPr sz="1200"/>
            </a:lvl3pPr>
            <a:lvl4pPr marL="447675" indent="0">
              <a:buNone/>
              <a:defRPr sz="1200"/>
            </a:lvl4pPr>
            <a:lvl5pPr marL="668020" indent="0">
              <a:buNone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4701383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s 4 peop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DCD260CD-C279-9ECC-674D-9C136BDAFB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5600" y="378547"/>
            <a:ext cx="10094913" cy="933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/>
            </a:lvl1pPr>
          </a:lstStyle>
          <a:p>
            <a:pPr lvl="0"/>
            <a:r>
              <a:rPr lang="en-US" dirty="0"/>
              <a:t>Speakers list 4 people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D1FDB7A-4F33-5A1C-A6A8-F61263F3FF86}"/>
              </a:ext>
            </a:extLst>
          </p:cNvPr>
          <p:cNvSpPr/>
          <p:nvPr userDrawn="1"/>
        </p:nvSpPr>
        <p:spPr bwMode="auto">
          <a:xfrm>
            <a:off x="843495" y="1648724"/>
            <a:ext cx="2038812" cy="2007026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algn="ctr">
            <a:noFill/>
            <a:round/>
          </a:ln>
        </p:spPr>
        <p:txBody>
          <a:bodyPr lIns="36000" tIns="0" rIns="36000" bIns="0" rtlCol="0" anchor="ctr"/>
          <a:lstStyle/>
          <a:p>
            <a:pPr algn="ctr" defTabSz="914400" eaLnBrk="1" hangingPunct="1"/>
            <a:endParaRPr lang="en-US" sz="1600" b="1" dirty="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21972AE-CDAF-0734-4048-CB35AFD6C6F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42963" y="1648726"/>
            <a:ext cx="2121911" cy="200702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804D4F1-E50D-9928-0F99-3485046164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2964" y="3804101"/>
            <a:ext cx="2121910" cy="37675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175" indent="0">
              <a:buNone/>
              <a:defRPr sz="3200" b="1"/>
            </a:lvl2pPr>
            <a:lvl3pPr marL="231775" indent="0">
              <a:buNone/>
              <a:defRPr sz="3200" b="1"/>
            </a:lvl3pPr>
            <a:lvl4pPr marL="447675" indent="0">
              <a:buNone/>
              <a:defRPr sz="3200" b="1"/>
            </a:lvl4pPr>
            <a:lvl5pPr marL="668020" indent="0">
              <a:buNone/>
              <a:defRPr sz="3200" b="1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50D0FB97-FF0B-AAB3-B26E-9D27C398F7F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42964" y="4988376"/>
            <a:ext cx="2038782" cy="49024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/>
            </a:lvl1pPr>
            <a:lvl2pPr marL="3175" indent="0">
              <a:buNone/>
              <a:defRPr sz="1200"/>
            </a:lvl2pPr>
            <a:lvl3pPr marL="231775" indent="0">
              <a:buNone/>
              <a:defRPr sz="1200"/>
            </a:lvl3pPr>
            <a:lvl4pPr marL="447675" indent="0">
              <a:buNone/>
              <a:defRPr sz="1200"/>
            </a:lvl4pPr>
            <a:lvl5pPr marL="668020" indent="0">
              <a:buNone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C93E4215-12E2-56A8-43D2-25DFED5FF7B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9692" y="4293629"/>
            <a:ext cx="2685326" cy="37675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175" indent="0">
              <a:buNone/>
              <a:defRPr sz="3200" b="1"/>
            </a:lvl2pPr>
            <a:lvl3pPr marL="231775" indent="0">
              <a:buNone/>
              <a:defRPr sz="3200" b="1"/>
            </a:lvl3pPr>
            <a:lvl4pPr marL="447675" indent="0">
              <a:buNone/>
              <a:defRPr sz="3200" b="1"/>
            </a:lvl4pPr>
            <a:lvl5pPr marL="668020" indent="0">
              <a:buNone/>
              <a:defRPr sz="3200" b="1"/>
            </a:lvl5pPr>
          </a:lstStyle>
          <a:p>
            <a:pPr algn="ctr">
              <a:lnSpc>
                <a:spcPct val="150000"/>
              </a:lnSpc>
            </a:pP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Job title, Company Name</a:t>
            </a:r>
            <a:endParaRPr lang="en-US" sz="1400" b="1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1ACA5C5-2771-0F1A-CA22-719A130A6BDF}"/>
              </a:ext>
            </a:extLst>
          </p:cNvPr>
          <p:cNvSpPr/>
          <p:nvPr userDrawn="1"/>
        </p:nvSpPr>
        <p:spPr bwMode="auto">
          <a:xfrm>
            <a:off x="3780661" y="1648724"/>
            <a:ext cx="2038812" cy="2007026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algn="ctr">
            <a:noFill/>
            <a:round/>
          </a:ln>
        </p:spPr>
        <p:txBody>
          <a:bodyPr lIns="36000" tIns="0" rIns="36000" bIns="0" rtlCol="0" anchor="ctr"/>
          <a:lstStyle/>
          <a:p>
            <a:pPr algn="ctr" defTabSz="914400" eaLnBrk="1" hangingPunct="1"/>
            <a:endParaRPr lang="en-US" sz="1600" b="1" dirty="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21480F19-2DD7-75C0-D0C0-31C56551E538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780691" y="1648724"/>
            <a:ext cx="2090022" cy="200702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D58051B7-2B63-2F2D-5F19-C4297EB5D1E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61655" y="3804101"/>
            <a:ext cx="2121909" cy="37675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175" indent="0">
              <a:buNone/>
              <a:defRPr sz="3200" b="1"/>
            </a:lvl2pPr>
            <a:lvl3pPr marL="231775" indent="0">
              <a:buNone/>
              <a:defRPr sz="3200" b="1"/>
            </a:lvl3pPr>
            <a:lvl4pPr marL="447675" indent="0">
              <a:buNone/>
              <a:defRPr sz="3200" b="1"/>
            </a:lvl4pPr>
            <a:lvl5pPr marL="668020" indent="0">
              <a:buNone/>
              <a:defRPr sz="3200" b="1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3" name="Text Placeholder 27">
            <a:extLst>
              <a:ext uri="{FF2B5EF4-FFF2-40B4-BE49-F238E27FC236}">
                <a16:creationId xmlns:a16="http://schemas.microsoft.com/office/drawing/2014/main" id="{55939915-05CD-B9D8-6DF5-91CB228FAC1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761656" y="4988376"/>
            <a:ext cx="2038782" cy="49024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/>
            </a:lvl1pPr>
            <a:lvl2pPr marL="3175" indent="0">
              <a:buNone/>
              <a:defRPr sz="1200"/>
            </a:lvl2pPr>
            <a:lvl3pPr marL="231775" indent="0">
              <a:buNone/>
              <a:defRPr sz="1200"/>
            </a:lvl3pPr>
            <a:lvl4pPr marL="447675" indent="0">
              <a:buNone/>
              <a:defRPr sz="1200"/>
            </a:lvl4pPr>
            <a:lvl5pPr marL="668020" indent="0">
              <a:buNone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846572D1-CA43-2F13-29F4-A12BC2D9525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438384" y="4293629"/>
            <a:ext cx="2685326" cy="37675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175" indent="0">
              <a:buNone/>
              <a:defRPr sz="3200" b="1"/>
            </a:lvl2pPr>
            <a:lvl3pPr marL="231775" indent="0">
              <a:buNone/>
              <a:defRPr sz="3200" b="1"/>
            </a:lvl3pPr>
            <a:lvl4pPr marL="447675" indent="0">
              <a:buNone/>
              <a:defRPr sz="3200" b="1"/>
            </a:lvl4pPr>
            <a:lvl5pPr marL="668020" indent="0">
              <a:buNone/>
              <a:defRPr sz="3200" b="1"/>
            </a:lvl5pPr>
          </a:lstStyle>
          <a:p>
            <a:pPr algn="ctr">
              <a:lnSpc>
                <a:spcPct val="150000"/>
              </a:lnSpc>
            </a:pP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Job title, Company Name</a:t>
            </a:r>
            <a:endParaRPr lang="en-US" sz="1400" b="1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6DD58BF-BE58-8343-D640-2375B0BAA9CF}"/>
              </a:ext>
            </a:extLst>
          </p:cNvPr>
          <p:cNvSpPr/>
          <p:nvPr userDrawn="1"/>
        </p:nvSpPr>
        <p:spPr bwMode="auto">
          <a:xfrm>
            <a:off x="6597750" y="1648724"/>
            <a:ext cx="2038812" cy="2007026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algn="ctr">
            <a:noFill/>
            <a:round/>
          </a:ln>
        </p:spPr>
        <p:txBody>
          <a:bodyPr lIns="36000" tIns="0" rIns="36000" bIns="0" rtlCol="0" anchor="ctr"/>
          <a:lstStyle/>
          <a:p>
            <a:pPr algn="ctr" defTabSz="914400" eaLnBrk="1" hangingPunct="1"/>
            <a:endParaRPr lang="en-US" sz="1600" b="1" dirty="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19" name="Picture Placeholder 5">
            <a:extLst>
              <a:ext uri="{FF2B5EF4-FFF2-40B4-BE49-F238E27FC236}">
                <a16:creationId xmlns:a16="http://schemas.microsoft.com/office/drawing/2014/main" id="{20818887-B536-EF6B-6CBF-47B6336649F9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597219" y="1648726"/>
            <a:ext cx="2090022" cy="200702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873DE2E6-B592-B4F0-641F-FA35CF7C05B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597219" y="3804101"/>
            <a:ext cx="2090022" cy="37675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175" indent="0">
              <a:buNone/>
              <a:defRPr sz="3200" b="1"/>
            </a:lvl2pPr>
            <a:lvl3pPr marL="231775" indent="0">
              <a:buNone/>
              <a:defRPr sz="3200" b="1"/>
            </a:lvl3pPr>
            <a:lvl4pPr marL="447675" indent="0">
              <a:buNone/>
              <a:defRPr sz="3200" b="1"/>
            </a:lvl4pPr>
            <a:lvl5pPr marL="668020" indent="0">
              <a:buNone/>
              <a:defRPr sz="3200" b="1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4" name="Text Placeholder 27">
            <a:extLst>
              <a:ext uri="{FF2B5EF4-FFF2-40B4-BE49-F238E27FC236}">
                <a16:creationId xmlns:a16="http://schemas.microsoft.com/office/drawing/2014/main" id="{A44376D9-9F66-01DF-6EA2-71D53B4292A8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597219" y="4988376"/>
            <a:ext cx="2038782" cy="49024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/>
            </a:lvl1pPr>
            <a:lvl2pPr marL="3175" indent="0">
              <a:buNone/>
              <a:defRPr sz="1200"/>
            </a:lvl2pPr>
            <a:lvl3pPr marL="231775" indent="0">
              <a:buNone/>
              <a:defRPr sz="1200"/>
            </a:lvl3pPr>
            <a:lvl4pPr marL="447675" indent="0">
              <a:buNone/>
              <a:defRPr sz="1200"/>
            </a:lvl4pPr>
            <a:lvl5pPr marL="668020" indent="0">
              <a:buNone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8F55E157-42EF-03F6-610C-CD6ABF050D4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273947" y="4293629"/>
            <a:ext cx="2685326" cy="37675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175" indent="0">
              <a:buNone/>
              <a:defRPr sz="3200" b="1"/>
            </a:lvl2pPr>
            <a:lvl3pPr marL="231775" indent="0">
              <a:buNone/>
              <a:defRPr sz="3200" b="1"/>
            </a:lvl3pPr>
            <a:lvl4pPr marL="447675" indent="0">
              <a:buNone/>
              <a:defRPr sz="3200" b="1"/>
            </a:lvl4pPr>
            <a:lvl5pPr marL="668020" indent="0">
              <a:buNone/>
              <a:defRPr sz="3200" b="1"/>
            </a:lvl5pPr>
          </a:lstStyle>
          <a:p>
            <a:pPr algn="ctr">
              <a:lnSpc>
                <a:spcPct val="150000"/>
              </a:lnSpc>
            </a:pP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Job title, Company Name</a:t>
            </a:r>
            <a:endParaRPr lang="en-US" sz="1400" b="1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E0B4EC1-DC97-C5FF-BC7F-8400E2847CED}"/>
              </a:ext>
            </a:extLst>
          </p:cNvPr>
          <p:cNvSpPr/>
          <p:nvPr userDrawn="1"/>
        </p:nvSpPr>
        <p:spPr bwMode="auto">
          <a:xfrm>
            <a:off x="9627278" y="1648724"/>
            <a:ext cx="2038812" cy="2007026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 algn="ctr">
            <a:noFill/>
            <a:round/>
          </a:ln>
        </p:spPr>
        <p:txBody>
          <a:bodyPr lIns="36000" tIns="0" rIns="36000" bIns="0" rtlCol="0" anchor="ctr"/>
          <a:lstStyle/>
          <a:p>
            <a:pPr algn="ctr" defTabSz="914400" eaLnBrk="1" hangingPunct="1"/>
            <a:endParaRPr lang="en-US" sz="1600" b="1" dirty="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27" name="Picture Placeholder 5">
            <a:extLst>
              <a:ext uri="{FF2B5EF4-FFF2-40B4-BE49-F238E27FC236}">
                <a16:creationId xmlns:a16="http://schemas.microsoft.com/office/drawing/2014/main" id="{1055EEA2-832F-44AE-9E64-DBE8D64952A1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9503058" y="1648726"/>
            <a:ext cx="2162471" cy="200702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31" name="Text Placeholder 14">
            <a:extLst>
              <a:ext uri="{FF2B5EF4-FFF2-40B4-BE49-F238E27FC236}">
                <a16:creationId xmlns:a16="http://schemas.microsoft.com/office/drawing/2014/main" id="{90C0A0B3-8230-98FF-7715-484A51B5A7C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503058" y="3804101"/>
            <a:ext cx="2162471" cy="37675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175" indent="0">
              <a:buNone/>
              <a:defRPr sz="3200" b="1"/>
            </a:lvl2pPr>
            <a:lvl3pPr marL="231775" indent="0">
              <a:buNone/>
              <a:defRPr sz="3200" b="1"/>
            </a:lvl3pPr>
            <a:lvl4pPr marL="447675" indent="0">
              <a:buNone/>
              <a:defRPr sz="3200" b="1"/>
            </a:lvl4pPr>
            <a:lvl5pPr marL="668020" indent="0">
              <a:buNone/>
              <a:defRPr sz="3200" b="1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B62B2BFE-22CF-50F3-9AF7-87A55C682D3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626747" y="4988376"/>
            <a:ext cx="2038782" cy="49024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/>
            </a:lvl1pPr>
            <a:lvl2pPr marL="3175" indent="0">
              <a:buNone/>
              <a:defRPr sz="1200"/>
            </a:lvl2pPr>
            <a:lvl3pPr marL="231775" indent="0">
              <a:buNone/>
              <a:defRPr sz="1200"/>
            </a:lvl3pPr>
            <a:lvl4pPr marL="447675" indent="0">
              <a:buNone/>
              <a:defRPr sz="1200"/>
            </a:lvl4pPr>
            <a:lvl5pPr marL="668020" indent="0">
              <a:buNone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B9187B30-3F7C-302C-5CC1-91EA1C4EC72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303475" y="4293629"/>
            <a:ext cx="2685326" cy="37675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175" indent="0">
              <a:buNone/>
              <a:defRPr sz="3200" b="1"/>
            </a:lvl2pPr>
            <a:lvl3pPr marL="231775" indent="0">
              <a:buNone/>
              <a:defRPr sz="3200" b="1"/>
            </a:lvl3pPr>
            <a:lvl4pPr marL="447675" indent="0">
              <a:buNone/>
              <a:defRPr sz="3200" b="1"/>
            </a:lvl4pPr>
            <a:lvl5pPr marL="668020" indent="0">
              <a:buNone/>
              <a:defRPr sz="3200" b="1"/>
            </a:lvl5pPr>
          </a:lstStyle>
          <a:p>
            <a:pPr algn="ctr">
              <a:lnSpc>
                <a:spcPct val="150000"/>
              </a:lnSpc>
            </a:pP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Job title, Company Name</a:t>
            </a:r>
            <a:endParaRPr lang="en-US" sz="1400" b="1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414354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eatured project and image full width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DC0AB587-0252-C9A7-DB50-774C23098B3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98800" y="0"/>
            <a:ext cx="118908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8BF0912-6769-1C77-0B85-0F2059123FC8}"/>
              </a:ext>
            </a:extLst>
          </p:cNvPr>
          <p:cNvSpPr/>
          <p:nvPr userDrawn="1"/>
        </p:nvSpPr>
        <p:spPr bwMode="auto">
          <a:xfrm>
            <a:off x="302400" y="4003200"/>
            <a:ext cx="11890800" cy="2138400"/>
          </a:xfrm>
          <a:prstGeom prst="rect">
            <a:avLst/>
          </a:prstGeom>
          <a:solidFill>
            <a:srgbClr val="210079">
              <a:alpha val="93000"/>
            </a:srgbClr>
          </a:solidFill>
          <a:ln w="19050" algn="ctr">
            <a:noFill/>
            <a:round/>
          </a:ln>
        </p:spPr>
        <p:txBody>
          <a:bodyPr lIns="36000" tIns="0" rIns="36000" bIns="0" rtlCol="0" anchor="ctr"/>
          <a:lstStyle/>
          <a:p>
            <a:pPr algn="ctr" defTabSz="914400" eaLnBrk="1" hangingPunct="1"/>
            <a:endParaRPr lang="en-US" sz="1600" b="1" dirty="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6EB28C90-B577-3C3A-50A5-78AF5EE204A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99600" y="4330800"/>
            <a:ext cx="8506800" cy="770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5047BA2C-3BFF-A358-183D-2A48BC1F7D0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9600" y="5088182"/>
            <a:ext cx="8506800" cy="770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827019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ctel backshe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650CDD-D99A-0C89-303F-B630781E366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240"/>
            <a:ext cx="12190413" cy="6857107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8844D46B-8687-ADE8-6082-5ADC0532FEA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06876" y="6228235"/>
            <a:ext cx="2014959" cy="250305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06B98EAF-AD7B-1416-2DD6-661035F2AE1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91627" y="3081942"/>
            <a:ext cx="4803626" cy="1071440"/>
          </a:xfrm>
          <a:prstGeom prst="rect">
            <a:avLst/>
          </a:prstGeom>
        </p:spPr>
      </p:pic>
      <p:sp>
        <p:nvSpPr>
          <p:cNvPr id="11" name="AutoShape 4">
            <a:extLst>
              <a:ext uri="{FF2B5EF4-FFF2-40B4-BE49-F238E27FC236}">
                <a16:creationId xmlns:a16="http://schemas.microsoft.com/office/drawing/2014/main" id="{25025973-B812-4EA9-BCE7-4D21BA798B41}"/>
              </a:ext>
            </a:extLst>
          </p:cNvPr>
          <p:cNvSpPr/>
          <p:nvPr userDrawn="1"/>
        </p:nvSpPr>
        <p:spPr>
          <a:xfrm>
            <a:off x="2191627" y="4574802"/>
            <a:ext cx="8396345" cy="43088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>
              <a:buClr>
                <a:srgbClr val="000000"/>
              </a:buClr>
              <a:buFont typeface="Arial"/>
              <a:buNone/>
              <a:defRPr/>
            </a:pPr>
            <a:r>
              <a:rPr lang="en-US" sz="1100" kern="0" dirty="0">
                <a:solidFill>
                  <a:srgbClr val="FFFFFF"/>
                </a:solidFill>
                <a:latin typeface="Arial"/>
                <a:ea typeface="黑体" panose="02010609060101010101" pitchFamily="49" charset="-122"/>
                <a:cs typeface="Arial" panose="020B0604020202020204" pitchFamily="34" charset="0"/>
                <a:sym typeface="Arial"/>
              </a:rPr>
              <a:t>For more information, please visit: </a:t>
            </a:r>
            <a:r>
              <a:rPr lang="en-US" sz="1100" kern="0" dirty="0">
                <a:solidFill>
                  <a:srgbClr val="FFFFFF"/>
                </a:solidFill>
                <a:latin typeface="Arial"/>
                <a:ea typeface="黑体" panose="02010609060101010101" pitchFamily="49" charset="-122"/>
                <a:cs typeface="Arial" panose="020B0604020202020204" pitchFamily="34" charset="0"/>
                <a:sym typeface="Arial"/>
                <a:hlinkClick r:id="rId5" tooltip="https://www.quectel.com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quectel.com</a:t>
            </a:r>
            <a:r>
              <a:rPr lang="en-US" sz="1100" kern="0" dirty="0">
                <a:solidFill>
                  <a:srgbClr val="FFFFFF"/>
                </a:solidFill>
                <a:latin typeface="Arial"/>
                <a:ea typeface="黑体" panose="02010609060101010101" pitchFamily="49" charset="-122"/>
                <a:cs typeface="Arial" panose="020B0604020202020204" pitchFamily="34" charset="0"/>
                <a:sym typeface="Arial"/>
              </a:rPr>
              <a:t>, </a:t>
            </a:r>
            <a:r>
              <a:rPr lang="en-US" sz="1100" kern="0" dirty="0">
                <a:solidFill>
                  <a:srgbClr val="FFFFFF"/>
                </a:solidFill>
                <a:latin typeface="Arial"/>
                <a:ea typeface="黑体" panose="02010609060101010101" pitchFamily="49" charset="-122"/>
                <a:cs typeface="Arial" panose="020B0604020202020204" pitchFamily="34" charset="0"/>
                <a:sym typeface="Arial"/>
                <a:hlinkClick r:id="rId6" tooltip="https://www.linkedin.com/company/quectel-wireless-solution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</a:t>
            </a:r>
            <a:r>
              <a:rPr lang="en-US" sz="1100" kern="0" dirty="0">
                <a:solidFill>
                  <a:srgbClr val="FFFFFF"/>
                </a:solidFill>
                <a:latin typeface="Arial"/>
                <a:ea typeface="黑体" panose="02010609060101010101" pitchFamily="49" charset="-122"/>
                <a:cs typeface="Arial" panose="020B0604020202020204" pitchFamily="34" charset="0"/>
                <a:sym typeface="Arial"/>
              </a:rPr>
              <a:t>, </a:t>
            </a:r>
            <a:r>
              <a:rPr lang="en-US" sz="1100" kern="0" dirty="0">
                <a:solidFill>
                  <a:srgbClr val="FFFFFF"/>
                </a:solidFill>
                <a:latin typeface="Arial"/>
                <a:ea typeface="黑体" panose="02010609060101010101" pitchFamily="49" charset="-122"/>
                <a:cs typeface="Arial" panose="020B0604020202020204" pitchFamily="34" charset="0"/>
                <a:sym typeface="Arial"/>
                <a:hlinkClick r:id="rId7" tooltip="https://www.facebook.com/quectelwireles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Facebook</a:t>
            </a:r>
            <a:r>
              <a:rPr lang="en-US" sz="1100" kern="0" dirty="0">
                <a:solidFill>
                  <a:srgbClr val="FFFFFF"/>
                </a:solidFill>
                <a:latin typeface="Arial"/>
                <a:ea typeface="黑体" panose="02010609060101010101" pitchFamily="49" charset="-122"/>
                <a:cs typeface="Arial" panose="020B0604020202020204" pitchFamily="34" charset="0"/>
                <a:sym typeface="Arial"/>
              </a:rPr>
              <a:t> and </a:t>
            </a:r>
            <a:r>
              <a:rPr lang="en-US" sz="1100" kern="0" dirty="0">
                <a:solidFill>
                  <a:srgbClr val="FFFFFF"/>
                </a:solidFill>
                <a:latin typeface="Arial"/>
                <a:ea typeface="黑体" panose="02010609060101010101" pitchFamily="49" charset="-122"/>
                <a:cs typeface="Arial" panose="020B0604020202020204" pitchFamily="34" charset="0"/>
                <a:sym typeface="Arial"/>
                <a:hlinkClick r:id="rId8" tooltip="http://www.twitter.com/Quectel_Io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</a:t>
            </a:r>
            <a:r>
              <a:rPr lang="en-US" sz="1100" kern="0" dirty="0">
                <a:solidFill>
                  <a:srgbClr val="FFFFFF"/>
                </a:solidFill>
                <a:latin typeface="Arial"/>
                <a:ea typeface="黑体" panose="02010609060101010101" pitchFamily="49" charset="-122"/>
                <a:cs typeface="Arial" panose="020B0604020202020204" pitchFamily="34" charset="0"/>
                <a:sym typeface="Arial"/>
              </a:rPr>
              <a:t>.</a:t>
            </a:r>
            <a:endParaRPr lang="en-US" sz="1100" kern="0" dirty="0">
              <a:solidFill>
                <a:srgbClr val="000000"/>
              </a:solidFill>
              <a:latin typeface="Arial"/>
              <a:ea typeface="黑体" panose="02010609060101010101" pitchFamily="49" charset="-122"/>
              <a:cs typeface="Arial" panose="020B0604020202020204" pitchFamily="34" charset="0"/>
              <a:sym typeface="Arial"/>
            </a:endParaRPr>
          </a:p>
          <a:p>
            <a:pPr>
              <a:buClr>
                <a:srgbClr val="000000"/>
              </a:buClr>
              <a:buFont typeface="Arial"/>
              <a:buNone/>
            </a:pPr>
            <a:r>
              <a:rPr lang="en-US" sz="1100" kern="0" dirty="0">
                <a:solidFill>
                  <a:srgbClr val="FFFFFF"/>
                </a:solidFill>
                <a:latin typeface="Arial"/>
                <a:ea typeface="黑体" panose="02010609060101010101" pitchFamily="49" charset="-122"/>
                <a:cs typeface="Arial" panose="020B0604020202020204" pitchFamily="34" charset="0"/>
                <a:sym typeface="Arial"/>
              </a:rPr>
              <a:t>Media contact: </a:t>
            </a:r>
            <a:r>
              <a:rPr lang="en-US" sz="1100" kern="0" dirty="0">
                <a:solidFill>
                  <a:srgbClr val="FFFFFF"/>
                </a:solidFill>
                <a:latin typeface="Arial"/>
                <a:ea typeface="黑体" panose="02010609060101010101" pitchFamily="49" charset="-122"/>
                <a:cs typeface="Arial" panose="020B0604020202020204" pitchFamily="34" charset="0"/>
                <a:sym typeface="Arial"/>
                <a:hlinkClick r:id="rId9" tooltip="media@quectel.com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media@quectel.com</a:t>
            </a:r>
          </a:p>
        </p:txBody>
      </p:sp>
      <p:sp>
        <p:nvSpPr>
          <p:cNvPr id="12" name="AutoShape 5">
            <a:extLst>
              <a:ext uri="{FF2B5EF4-FFF2-40B4-BE49-F238E27FC236}">
                <a16:creationId xmlns:a16="http://schemas.microsoft.com/office/drawing/2014/main" id="{49834DF9-F40B-4EE8-B3CE-32FDDD6171DB}"/>
              </a:ext>
            </a:extLst>
          </p:cNvPr>
          <p:cNvSpPr/>
          <p:nvPr userDrawn="1"/>
        </p:nvSpPr>
        <p:spPr>
          <a:xfrm>
            <a:off x="2191627" y="5204057"/>
            <a:ext cx="8396345" cy="769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buClr>
                <a:srgbClr val="000000"/>
              </a:buClr>
              <a:buFont typeface="Arial"/>
              <a:buNone/>
            </a:pPr>
            <a:r>
              <a:rPr lang="en-US" altLang="zh-CN" sz="1100" kern="0" dirty="0" err="1">
                <a:solidFill>
                  <a:srgbClr val="FFFFFF"/>
                </a:solidFill>
                <a:latin typeface="Arial"/>
                <a:ea typeface="黑体" panose="02010609060101010101" pitchFamily="49" charset="-122"/>
                <a:cs typeface="Arial" panose="020B0604020202020204" pitchFamily="34" charset="0"/>
                <a:sym typeface="Arial"/>
              </a:rPr>
              <a:t>Quectel</a:t>
            </a:r>
            <a:r>
              <a:rPr lang="en-US" altLang="zh-CN" sz="1100" kern="0" dirty="0">
                <a:solidFill>
                  <a:srgbClr val="FFFFFF"/>
                </a:solidFill>
                <a:latin typeface="Arial"/>
                <a:ea typeface="黑体" panose="02010609060101010101" pitchFamily="49" charset="-122"/>
                <a:cs typeface="Arial" panose="020B0604020202020204" pitchFamily="34" charset="0"/>
                <a:sym typeface="Arial"/>
              </a:rPr>
              <a:t> Global Center, No. 8 </a:t>
            </a:r>
            <a:r>
              <a:rPr lang="en-US" altLang="zh-CN" sz="1100" kern="0" dirty="0" err="1">
                <a:solidFill>
                  <a:srgbClr val="FFFFFF"/>
                </a:solidFill>
                <a:latin typeface="Arial"/>
                <a:ea typeface="黑体" panose="02010609060101010101" pitchFamily="49" charset="-122"/>
                <a:cs typeface="Arial" panose="020B0604020202020204" pitchFamily="34" charset="0"/>
                <a:sym typeface="Arial"/>
              </a:rPr>
              <a:t>Waipojing</a:t>
            </a:r>
            <a:r>
              <a:rPr lang="en-US" altLang="zh-CN" sz="1100" kern="0" dirty="0">
                <a:solidFill>
                  <a:srgbClr val="FFFFFF"/>
                </a:solidFill>
                <a:latin typeface="Arial"/>
                <a:ea typeface="黑体" panose="02010609060101010101" pitchFamily="49" charset="-122"/>
                <a:cs typeface="Arial" panose="020B0604020202020204" pitchFamily="34" charset="0"/>
                <a:sym typeface="Arial"/>
              </a:rPr>
              <a:t> Road, </a:t>
            </a:r>
            <a:r>
              <a:rPr lang="en-US" altLang="zh-CN" sz="1100" kern="0" dirty="0" err="1">
                <a:solidFill>
                  <a:srgbClr val="FFFFFF"/>
                </a:solidFill>
                <a:latin typeface="Arial"/>
                <a:ea typeface="黑体" panose="02010609060101010101" pitchFamily="49" charset="-122"/>
                <a:cs typeface="Arial" panose="020B0604020202020204" pitchFamily="34" charset="0"/>
                <a:sym typeface="Arial"/>
              </a:rPr>
              <a:t>Sijing</a:t>
            </a:r>
            <a:r>
              <a:rPr lang="en-US" altLang="zh-CN" sz="1100" kern="0" dirty="0">
                <a:solidFill>
                  <a:srgbClr val="FFFFFF"/>
                </a:solidFill>
                <a:latin typeface="Arial"/>
                <a:ea typeface="黑体" panose="02010609060101010101" pitchFamily="49" charset="-122"/>
                <a:cs typeface="Arial" panose="020B0604020202020204" pitchFamily="34" charset="0"/>
                <a:sym typeface="Arial"/>
              </a:rPr>
              <a:t> Town, </a:t>
            </a:r>
          </a:p>
          <a:p>
            <a:pPr algn="just">
              <a:buClr>
                <a:srgbClr val="000000"/>
              </a:buClr>
              <a:buFont typeface="Arial"/>
              <a:buNone/>
            </a:pPr>
            <a:r>
              <a:rPr lang="en-US" altLang="zh-CN" sz="1100" kern="0" dirty="0">
                <a:solidFill>
                  <a:srgbClr val="FFFFFF"/>
                </a:solidFill>
                <a:latin typeface="Arial"/>
                <a:ea typeface="黑体" panose="02010609060101010101" pitchFamily="49" charset="-122"/>
                <a:cs typeface="Arial" panose="020B0604020202020204" pitchFamily="34" charset="0"/>
                <a:sym typeface="Arial"/>
              </a:rPr>
              <a:t>Songjiang District, Shanghai 201601, China</a:t>
            </a:r>
            <a:endParaRPr lang="en-US" altLang="zh-CN" sz="1100" kern="0" dirty="0">
              <a:solidFill>
                <a:srgbClr val="FFFFFF"/>
              </a:solidFill>
              <a:latin typeface="Arial"/>
              <a:ea typeface="黑体" panose="02010609060101010101" pitchFamily="49" charset="-122"/>
              <a:cs typeface="Arial" panose="020B0604020202020204" pitchFamily="34" charset="0"/>
              <a:sym typeface="Arial"/>
              <a:hlinkClick r:id="rId10" tooltip="info@quectel.com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>
              <a:buClr>
                <a:srgbClr val="000000"/>
              </a:buClr>
              <a:buFont typeface="Arial"/>
              <a:buNone/>
              <a:defRPr/>
            </a:pPr>
            <a:r>
              <a:rPr lang="en-US" sz="1100" kern="0" dirty="0">
                <a:solidFill>
                  <a:srgbClr val="FFFFFF"/>
                </a:solidFill>
                <a:latin typeface="Arial"/>
                <a:ea typeface="黑体" panose="02010609060101010101" pitchFamily="49" charset="-122"/>
                <a:cs typeface="Arial" panose="020B0604020202020204" pitchFamily="34" charset="0"/>
                <a:sym typeface="Arial"/>
              </a:rPr>
              <a:t>Sales Support: </a:t>
            </a:r>
            <a:r>
              <a:rPr lang="en-US" sz="1100" b="1" kern="0" dirty="0">
                <a:solidFill>
                  <a:srgbClr val="FFFFFF"/>
                </a:solidFill>
                <a:latin typeface="Arial"/>
                <a:ea typeface="黑体" panose="02010609060101010101" pitchFamily="49" charset="-122"/>
                <a:cs typeface="Arial" panose="020B0604020202020204" pitchFamily="34" charset="0"/>
                <a:sym typeface="Arial"/>
              </a:rPr>
              <a:t>sales@quectel.com</a:t>
            </a:r>
            <a:endParaRPr lang="en-US" sz="1100" kern="0" dirty="0">
              <a:solidFill>
                <a:srgbClr val="000000"/>
              </a:solidFill>
              <a:latin typeface="Arial"/>
              <a:ea typeface="黑体" panose="02010609060101010101" pitchFamily="49" charset="-122"/>
              <a:cs typeface="Arial" panose="020B0604020202020204" pitchFamily="34" charset="0"/>
              <a:sym typeface="Arial"/>
            </a:endParaRPr>
          </a:p>
          <a:p>
            <a:pPr algn="just">
              <a:buClr>
                <a:srgbClr val="000000"/>
              </a:buClr>
              <a:buFont typeface="Arial"/>
              <a:buNone/>
            </a:pPr>
            <a:r>
              <a:rPr lang="en-US" sz="1100" kern="0" dirty="0">
                <a:solidFill>
                  <a:srgbClr val="FFFFFF"/>
                </a:solidFill>
                <a:latin typeface="Arial"/>
                <a:ea typeface="黑体" panose="02010609060101010101" pitchFamily="49" charset="-122"/>
                <a:cs typeface="Arial" panose="020B0604020202020204" pitchFamily="34" charset="0"/>
                <a:sym typeface="Arial"/>
              </a:rPr>
              <a:t>Technical Support: </a:t>
            </a:r>
            <a:r>
              <a:rPr lang="en-US" sz="1100" b="1" kern="0" dirty="0">
                <a:solidFill>
                  <a:srgbClr val="FFFFFF"/>
                </a:solidFill>
                <a:latin typeface="Arial"/>
                <a:ea typeface="黑体" panose="02010609060101010101" pitchFamily="49" charset="-122"/>
                <a:cs typeface="Arial" panose="020B0604020202020204" pitchFamily="34" charset="0"/>
                <a:sym typeface="Arial"/>
                <a:hlinkClick r:id="rId11" tooltip="support@quectel.com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support@quectel.com</a:t>
            </a:r>
            <a:r>
              <a:rPr lang="en-US" sz="1100" b="1" kern="0" dirty="0">
                <a:solidFill>
                  <a:srgbClr val="FFFFFF"/>
                </a:solidFill>
                <a:latin typeface="Arial"/>
                <a:ea typeface="黑体" panose="02010609060101010101" pitchFamily="49" charset="-122"/>
                <a:cs typeface="Arial" panose="020B0604020202020204" pitchFamily="34" charset="0"/>
                <a:sym typeface="Arial"/>
              </a:rPr>
              <a:t>  </a:t>
            </a:r>
            <a:r>
              <a:rPr lang="en-US" sz="1100" kern="0" dirty="0">
                <a:solidFill>
                  <a:srgbClr val="FFFFFF"/>
                </a:solidFill>
                <a:latin typeface="Arial"/>
                <a:ea typeface="黑体" panose="02010609060101010101" pitchFamily="49" charset="-122"/>
                <a:cs typeface="Arial" panose="020B0604020202020204" pitchFamily="34" charset="0"/>
                <a:sym typeface="Arial"/>
              </a:rPr>
              <a:t>General: </a:t>
            </a:r>
            <a:r>
              <a:rPr lang="en-US" sz="1100" b="1" kern="0" dirty="0">
                <a:solidFill>
                  <a:srgbClr val="FFFFFF"/>
                </a:solidFill>
                <a:latin typeface="Arial"/>
                <a:ea typeface="黑体" panose="02010609060101010101" pitchFamily="49" charset="-122"/>
                <a:cs typeface="Arial" panose="020B0604020202020204" pitchFamily="34" charset="0"/>
                <a:sym typeface="Arial"/>
                <a:hlinkClick r:id="rId10" tooltip="info@quectel.com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info@quectel.com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image" Target="../media/image1.sv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image" Target="../media/image2.png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BCA1D19-7F00-BBF3-E932-741F9E73170F}"/>
              </a:ext>
            </a:extLst>
          </p:cNvPr>
          <p:cNvSpPr/>
          <p:nvPr userDrawn="1"/>
        </p:nvSpPr>
        <p:spPr bwMode="auto">
          <a:xfrm>
            <a:off x="0" y="0"/>
            <a:ext cx="288000" cy="685958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algn="ctr">
            <a:noFill/>
            <a:round/>
          </a:ln>
        </p:spPr>
        <p:txBody>
          <a:bodyPr lIns="36000" tIns="0" rIns="36000" bIns="0" rtlCol="0" anchor="ctr"/>
          <a:lstStyle/>
          <a:p>
            <a:pPr algn="ctr" defTabSz="914400" eaLnBrk="1" hangingPunct="1"/>
            <a:endParaRPr lang="en-US" sz="1600" b="1" dirty="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A14CEAA-6283-F44E-BB46-3D16B24C0DC5}"/>
              </a:ext>
            </a:extLst>
          </p:cNvPr>
          <p:cNvSpPr/>
          <p:nvPr userDrawn="1"/>
        </p:nvSpPr>
        <p:spPr bwMode="auto">
          <a:xfrm>
            <a:off x="0" y="6490624"/>
            <a:ext cx="288000" cy="368964"/>
          </a:xfrm>
          <a:prstGeom prst="rect">
            <a:avLst/>
          </a:prstGeom>
          <a:solidFill>
            <a:srgbClr val="210079"/>
          </a:solidFill>
          <a:ln w="19050" algn="ctr">
            <a:noFill/>
            <a:round/>
          </a:ln>
        </p:spPr>
        <p:txBody>
          <a:bodyPr lIns="36000" tIns="0" rIns="36000" bIns="0" rtlCol="0" anchor="ctr"/>
          <a:lstStyle/>
          <a:p>
            <a:pPr algn="ctr" defTabSz="914400" eaLnBrk="1" hangingPunct="1"/>
            <a:endParaRPr lang="en-US" sz="1600" b="1" dirty="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7" name="TextBox 5"/>
          <p:cNvSpPr txBox="1"/>
          <p:nvPr/>
        </p:nvSpPr>
        <p:spPr>
          <a:xfrm>
            <a:off x="0" y="6567384"/>
            <a:ext cx="32660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l" defTabSz="1087120" rtl="0" fontAlgn="base">
              <a:spcBef>
                <a:spcPct val="0"/>
              </a:spcBef>
              <a:spcAft>
                <a:spcPct val="0"/>
              </a:spcAft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542925" indent="-15875" algn="l" defTabSz="1087120" rtl="0" fontAlgn="base">
              <a:spcBef>
                <a:spcPct val="0"/>
              </a:spcBef>
              <a:spcAft>
                <a:spcPct val="0"/>
              </a:spcAft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1087755" indent="-34925" algn="l" defTabSz="1087120" rtl="0" fontAlgn="base">
              <a:spcBef>
                <a:spcPct val="0"/>
              </a:spcBef>
              <a:spcAft>
                <a:spcPct val="0"/>
              </a:spcAft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630680" indent="-52705" algn="l" defTabSz="1087120" rtl="0" fontAlgn="base">
              <a:spcBef>
                <a:spcPct val="0"/>
              </a:spcBef>
              <a:spcAft>
                <a:spcPct val="0"/>
              </a:spcAft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2174875" indent="-71755" algn="l" defTabSz="1087120" rtl="0" fontAlgn="base">
              <a:spcBef>
                <a:spcPct val="0"/>
              </a:spcBef>
              <a:spcAft>
                <a:spcPct val="0"/>
              </a:spcAft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indent="0" algn="l" defTabSz="108712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lang="zh-CN" altLang="en-US" sz="800" b="1" smtClean="0">
                <a:solidFill>
                  <a:schemeClr val="bg1"/>
                </a:solidFill>
                <a:latin typeface="+mn-lt"/>
                <a:ea typeface="黑体" panose="02010609060101010101" pitchFamily="49" charset="-122"/>
                <a:cs typeface="Verdana" panose="020B0604030504040204" pitchFamily="34" charset="0"/>
              </a:rPr>
              <a:pPr marL="0" marR="0" indent="0" algn="l" defTabSz="108712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zh-CN" altLang="en-US" sz="800" b="1" dirty="0">
              <a:solidFill>
                <a:schemeClr val="bg1"/>
              </a:solidFill>
              <a:latin typeface="+mn-lt"/>
              <a:ea typeface="黑体" panose="02010609060101010101" pitchFamily="49" charset="-122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92036ED-43E6-F94B-45C9-313ABA2A4ADA}"/>
              </a:ext>
            </a:extLst>
          </p:cNvPr>
          <p:cNvCxnSpPr/>
          <p:nvPr userDrawn="1"/>
        </p:nvCxnSpPr>
        <p:spPr>
          <a:xfrm>
            <a:off x="288000" y="0"/>
            <a:ext cx="0" cy="6859588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 userDrawn="1"/>
        </p:nvSpPr>
        <p:spPr>
          <a:xfrm rot="16200000">
            <a:off x="-1209788" y="4841800"/>
            <a:ext cx="26902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l" defTabSz="1087438" rtl="0" fontAlgn="base">
              <a:spcBef>
                <a:spcPct val="0"/>
              </a:spcBef>
              <a:spcAft>
                <a:spcPct val="0"/>
              </a:spcAft>
              <a:defRPr sz="21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542925" indent="-15875" algn="l" defTabSz="1087438" rtl="0" fontAlgn="base">
              <a:spcBef>
                <a:spcPct val="0"/>
              </a:spcBef>
              <a:spcAft>
                <a:spcPct val="0"/>
              </a:spcAft>
              <a:defRPr sz="21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1087438" indent="-34925" algn="l" defTabSz="1087438" rtl="0" fontAlgn="base">
              <a:spcBef>
                <a:spcPct val="0"/>
              </a:spcBef>
              <a:spcAft>
                <a:spcPct val="0"/>
              </a:spcAft>
              <a:defRPr sz="21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630363" indent="-52388" algn="l" defTabSz="1087438" rtl="0" fontAlgn="base">
              <a:spcBef>
                <a:spcPct val="0"/>
              </a:spcBef>
              <a:spcAft>
                <a:spcPct val="0"/>
              </a:spcAft>
              <a:defRPr sz="21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2174875" indent="-71438" algn="l" defTabSz="1087438" rtl="0" fontAlgn="base">
              <a:spcBef>
                <a:spcPct val="0"/>
              </a:spcBef>
              <a:spcAft>
                <a:spcPct val="0"/>
              </a:spcAft>
              <a:defRPr sz="21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sz="21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sz="21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sz="21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sz="21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pPr algn="l"/>
            <a:r>
              <a:rPr lang="en-US" altLang="zh-CN" sz="800" dirty="0">
                <a:solidFill>
                  <a:schemeClr val="bg1">
                    <a:lumMod val="50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Version: 1.0    Status: confidential </a:t>
            </a:r>
            <a:endParaRPr lang="zh-CN" altLang="en-US" sz="800" dirty="0">
              <a:solidFill>
                <a:schemeClr val="bg1">
                  <a:lumMod val="50000"/>
                </a:schemeClr>
              </a:solidFill>
              <a:latin typeface="Verdana" pitchFamily="34" charset="0"/>
              <a:cs typeface="Verdana" pitchFamily="34" charset="0"/>
            </a:endParaRPr>
          </a:p>
        </p:txBody>
      </p:sp>
      <p:pic>
        <p:nvPicPr>
          <p:cNvPr id="4" name="Picture 17">
            <a:extLst>
              <a:ext uri="{FF2B5EF4-FFF2-40B4-BE49-F238E27FC236}">
                <a16:creationId xmlns:a16="http://schemas.microsoft.com/office/drawing/2014/main" id="{D3527AEA-C446-9848-5BA2-FA72CCD5EC83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/>
        </p:blipFill>
        <p:spPr>
          <a:xfrm>
            <a:off x="10701467" y="6625938"/>
            <a:ext cx="1208377" cy="98336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53C9CCB5-8C84-41BB-81B1-A13FF102C16E}"/>
              </a:ext>
            </a:extLst>
          </p:cNvPr>
          <p:cNvPicPr>
            <a:picLocks noChangeAspect="1"/>
          </p:cNvPicPr>
          <p:nvPr userDrawn="1"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7797" y="135314"/>
            <a:ext cx="1313514" cy="162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32" r:id="rId1"/>
    <p:sldLayoutId id="2147483650" r:id="rId2"/>
    <p:sldLayoutId id="2147484211" r:id="rId3"/>
    <p:sldLayoutId id="2147484205" r:id="rId4"/>
    <p:sldLayoutId id="2147484206" r:id="rId5"/>
    <p:sldLayoutId id="2147484213" r:id="rId6"/>
    <p:sldLayoutId id="2147484098" r:id="rId7"/>
    <p:sldLayoutId id="2147484202" r:id="rId8"/>
    <p:sldLayoutId id="2147484210" r:id="rId9"/>
    <p:sldLayoutId id="2147484214" r:id="rId10"/>
    <p:sldLayoutId id="2147484219" r:id="rId11"/>
    <p:sldLayoutId id="2147484215" r:id="rId12"/>
    <p:sldLayoutId id="2147484216" r:id="rId13"/>
    <p:sldLayoutId id="2147484217" r:id="rId14"/>
    <p:sldLayoutId id="2147484218" r:id="rId15"/>
    <p:sldLayoutId id="2147484220" r:id="rId16"/>
    <p:sldLayoutId id="2147484221" r:id="rId17"/>
    <p:sldLayoutId id="2147484222" r:id="rId18"/>
    <p:sldLayoutId id="2147484223" r:id="rId19"/>
    <p:sldLayoutId id="2147484224" r:id="rId20"/>
    <p:sldLayoutId id="2147484225" r:id="rId21"/>
    <p:sldLayoutId id="2147484226" r:id="rId22"/>
    <p:sldLayoutId id="2147484228" r:id="rId23"/>
    <p:sldLayoutId id="2147484227" r:id="rId24"/>
    <p:sldLayoutId id="2147484229" r:id="rId25"/>
    <p:sldLayoutId id="2147484212" r:id="rId26"/>
    <p:sldLayoutId id="2147484203" r:id="rId27"/>
    <p:sldLayoutId id="2147484207" r:id="rId28"/>
    <p:sldLayoutId id="2147484208" r:id="rId29"/>
    <p:sldLayoutId id="2147484209" r:id="rId30"/>
    <p:sldLayoutId id="2147484201" r:id="rId31"/>
    <p:sldLayoutId id="2147483651" r:id="rId32"/>
  </p:sldLayoutIdLst>
  <p:hf hdr="0"/>
  <p:txStyles>
    <p:titleStyle>
      <a:lvl1pPr algn="l" defTabSz="1087120" rtl="0" eaLnBrk="0" fontAlgn="base" hangingPunct="0">
        <a:spcBef>
          <a:spcPct val="0"/>
        </a:spcBef>
        <a:spcAft>
          <a:spcPct val="0"/>
        </a:spcAft>
        <a:tabLst>
          <a:tab pos="3676650" algn="l"/>
        </a:tabLst>
        <a:defRPr lang="en-US" altLang="zh-CN" sz="3600" b="1" i="0" kern="1200" baseline="0" dirty="0" err="1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algn="l" defTabSz="1087120" rtl="0" eaLnBrk="0" fontAlgn="base" hangingPunct="0">
        <a:spcBef>
          <a:spcPct val="0"/>
        </a:spcBef>
        <a:spcAft>
          <a:spcPct val="0"/>
        </a:spcAft>
        <a:defRPr sz="2500" b="1">
          <a:solidFill>
            <a:srgbClr val="595959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defTabSz="1087120" rtl="0" eaLnBrk="0" fontAlgn="base" hangingPunct="0">
        <a:spcBef>
          <a:spcPct val="0"/>
        </a:spcBef>
        <a:spcAft>
          <a:spcPct val="0"/>
        </a:spcAft>
        <a:defRPr sz="2500" b="1">
          <a:solidFill>
            <a:srgbClr val="595959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defTabSz="1087120" rtl="0" eaLnBrk="0" fontAlgn="base" hangingPunct="0">
        <a:spcBef>
          <a:spcPct val="0"/>
        </a:spcBef>
        <a:spcAft>
          <a:spcPct val="0"/>
        </a:spcAft>
        <a:defRPr sz="2500" b="1">
          <a:solidFill>
            <a:srgbClr val="595959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defTabSz="1087120" rtl="0" eaLnBrk="0" fontAlgn="base" hangingPunct="0">
        <a:spcBef>
          <a:spcPct val="0"/>
        </a:spcBef>
        <a:spcAft>
          <a:spcPct val="0"/>
        </a:spcAft>
        <a:defRPr sz="2500" b="1">
          <a:solidFill>
            <a:srgbClr val="595959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525780" algn="l" defTabSz="1087755" rtl="0" fontAlgn="base">
        <a:spcBef>
          <a:spcPct val="0"/>
        </a:spcBef>
        <a:spcAft>
          <a:spcPct val="0"/>
        </a:spcAft>
        <a:defRPr sz="2500" b="1">
          <a:solidFill>
            <a:srgbClr val="595959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1051560" algn="l" defTabSz="1087755" rtl="0" fontAlgn="base">
        <a:spcBef>
          <a:spcPct val="0"/>
        </a:spcBef>
        <a:spcAft>
          <a:spcPct val="0"/>
        </a:spcAft>
        <a:defRPr sz="2500" b="1">
          <a:solidFill>
            <a:srgbClr val="595959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577340" algn="l" defTabSz="1087755" rtl="0" fontAlgn="base">
        <a:spcBef>
          <a:spcPct val="0"/>
        </a:spcBef>
        <a:spcAft>
          <a:spcPct val="0"/>
        </a:spcAft>
        <a:defRPr sz="2500" b="1">
          <a:solidFill>
            <a:srgbClr val="595959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2103120" algn="l" defTabSz="1087755" rtl="0" fontAlgn="base">
        <a:spcBef>
          <a:spcPct val="0"/>
        </a:spcBef>
        <a:spcAft>
          <a:spcPct val="0"/>
        </a:spcAft>
        <a:defRPr sz="2500" b="1">
          <a:solidFill>
            <a:srgbClr val="595959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409575" indent="-409575" algn="l" defTabSz="1087120" rtl="0" eaLnBrk="0" fontAlgn="base" hangingPunct="0">
        <a:spcBef>
          <a:spcPts val="615"/>
        </a:spcBef>
        <a:spcAft>
          <a:spcPct val="0"/>
        </a:spcAft>
        <a:buFont typeface="Arial" panose="020B0604020202020204" pitchFamily="34" charset="0"/>
        <a:buChar char="•"/>
        <a:defRPr sz="3700" kern="1200">
          <a:solidFill>
            <a:srgbClr val="595959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227330" indent="-224155" algn="l" defTabSz="1087120" rtl="0" eaLnBrk="0" fontAlgn="base" hangingPunct="0">
        <a:spcBef>
          <a:spcPts val="615"/>
        </a:spcBef>
        <a:spcAft>
          <a:spcPct val="0"/>
        </a:spcAft>
        <a:buClr>
          <a:srgbClr val="FF0000"/>
        </a:buClr>
        <a:buSzPct val="120000"/>
        <a:buFont typeface="Arial" panose="020B0604020202020204" pitchFamily="34" charset="0"/>
        <a:buChar char="▪"/>
        <a:defRPr sz="3200" kern="1200">
          <a:solidFill>
            <a:srgbClr val="595959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443230" indent="-211455" algn="l" defTabSz="1087120" rtl="0" eaLnBrk="0" fontAlgn="base" hangingPunct="0">
        <a:spcBef>
          <a:spcPts val="515"/>
        </a:spcBef>
        <a:spcAft>
          <a:spcPct val="0"/>
        </a:spcAft>
        <a:buClr>
          <a:srgbClr val="7F7F7F"/>
        </a:buClr>
        <a:buSzPct val="120000"/>
        <a:buFont typeface="Arial" panose="020B0604020202020204" pitchFamily="34" charset="0"/>
        <a:buChar char="▪"/>
        <a:defRPr sz="1700" kern="1200">
          <a:solidFill>
            <a:srgbClr val="595959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659130" indent="-211455" algn="l" defTabSz="1087120" rtl="0" eaLnBrk="0" fontAlgn="base" hangingPunct="0">
        <a:spcBef>
          <a:spcPts val="515"/>
        </a:spcBef>
        <a:spcAft>
          <a:spcPct val="0"/>
        </a:spcAft>
        <a:buClr>
          <a:srgbClr val="7F7F7F"/>
        </a:buClr>
        <a:buSzPct val="120000"/>
        <a:buFont typeface="Arial" panose="020B0604020202020204" pitchFamily="34" charset="0"/>
        <a:buChar char="▪"/>
        <a:defRPr sz="1700" kern="1200">
          <a:solidFill>
            <a:srgbClr val="595959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879475" indent="-211455" algn="l" defTabSz="1087120" rtl="0" eaLnBrk="0" fontAlgn="base" hangingPunct="0">
        <a:spcBef>
          <a:spcPts val="515"/>
        </a:spcBef>
        <a:spcAft>
          <a:spcPct val="0"/>
        </a:spcAft>
        <a:buClr>
          <a:srgbClr val="7F7F7F"/>
        </a:buClr>
        <a:buSzPct val="120000"/>
        <a:buFont typeface="Arial" panose="020B0604020202020204" pitchFamily="34" charset="0"/>
        <a:buChar char="▪"/>
        <a:defRPr sz="1700" kern="1200">
          <a:solidFill>
            <a:srgbClr val="595959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993390" indent="-272415" algn="l" defTabSz="10883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37585" indent="-272415" algn="l" defTabSz="10883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081780" indent="-272415" algn="l" defTabSz="10883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25975" indent="-272415" algn="l" defTabSz="10883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419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8390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258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6780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097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5170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0936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3560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2377" y="309033"/>
            <a:ext cx="11718035" cy="54784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eaLnBrk="0" hangingPunct="0">
              <a:spcBef>
                <a:spcPts val="615"/>
              </a:spcBef>
              <a:tabLst>
                <a:tab pos="3676650" algn="l"/>
              </a:tabLst>
            </a:pPr>
            <a:r>
              <a:rPr lang="en-US" altLang="zh-CN" sz="3200" b="1" dirty="0">
                <a:solidFill>
                  <a:srgbClr val="595959"/>
                </a:solidFill>
                <a:ea typeface="+mn-ea"/>
                <a:cs typeface="Arial" panose="020B0604020202020204" pitchFamily="34" charset="0"/>
              </a:rPr>
              <a:t>FAE Sharing Intelligence Platform | </a:t>
            </a:r>
            <a:r>
              <a:rPr lang="en-US" altLang="zh-CN" sz="2400" b="1" dirty="0">
                <a:solidFill>
                  <a:srgbClr val="595959"/>
                </a:solidFill>
                <a:ea typeface="+mn-ea"/>
                <a:cs typeface="Arial" panose="020B0604020202020204" pitchFamily="34" charset="0"/>
              </a:rPr>
              <a:t>From Documents to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6806" y="1814524"/>
            <a:ext cx="5034056" cy="29822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Testing complete; 20,000+ historical documents are being classified.</a:t>
            </a:r>
            <a:endParaRPr sz="1200" b="1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75487" y="2371111"/>
            <a:ext cx="4251959" cy="29822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Goal: Migrate, parse, classify, and govern knowledge.</a:t>
            </a:r>
            <a:endParaRPr sz="1200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A96ACF9B-568D-D4DF-0D43-91659A0B3C4C}"/>
              </a:ext>
            </a:extLst>
          </p:cNvPr>
          <p:cNvGrpSpPr/>
          <p:nvPr/>
        </p:nvGrpSpPr>
        <p:grpSpPr>
          <a:xfrm>
            <a:off x="493776" y="3374930"/>
            <a:ext cx="1024128" cy="246888"/>
            <a:chOff x="493776" y="3374930"/>
            <a:chExt cx="1024128" cy="246888"/>
          </a:xfrm>
        </p:grpSpPr>
        <p:sp>
          <p:nvSpPr>
            <p:cNvPr id="8" name="Rectangle 7"/>
            <p:cNvSpPr/>
            <p:nvPr/>
          </p:nvSpPr>
          <p:spPr>
            <a:xfrm>
              <a:off x="493776" y="3374930"/>
              <a:ext cx="1024128" cy="246888"/>
            </a:xfrm>
            <a:prstGeom prst="rect">
              <a:avLst/>
            </a:prstGeom>
            <a:solidFill>
              <a:srgbClr val="280078"/>
            </a:solidFill>
            <a:ln>
              <a:solidFill>
                <a:srgbClr val="28007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93776" y="3401425"/>
              <a:ext cx="1024128" cy="193899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/>
            <a:p>
              <a:pPr algn="ctr"/>
              <a:r>
                <a:rPr sz="900" b="1" dirty="0">
                  <a:solidFill>
                    <a:schemeClr val="bg1"/>
                  </a:solidFill>
                  <a:cs typeface="Arial" panose="020B0604020202020204" pitchFamily="34" charset="0"/>
                </a:rPr>
                <a:t>WHY</a:t>
              </a:r>
              <a:r>
                <a:rPr sz="900" b="1" dirty="0">
                  <a:solidFill>
                    <a:schemeClr val="bg1"/>
                  </a:solidFill>
                  <a:ea typeface="+mn-ea"/>
                  <a:cs typeface="Arial" panose="020B0604020202020204" pitchFamily="34" charset="0"/>
                </a:rPr>
                <a:t> </a:t>
              </a:r>
              <a:r>
                <a:rPr sz="900" b="1" dirty="0">
                  <a:solidFill>
                    <a:schemeClr val="bg1"/>
                  </a:solidFill>
                  <a:cs typeface="Arial" panose="020B0604020202020204" pitchFamily="34" charset="0"/>
                </a:rPr>
                <a:t>NOW</a:t>
              </a:r>
            </a:p>
          </p:txBody>
        </p:sp>
      </p:grp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C11F3BAA-C527-B1E4-DF3B-57B3CCEBD752}"/>
              </a:ext>
            </a:extLst>
          </p:cNvPr>
          <p:cNvGrpSpPr/>
          <p:nvPr/>
        </p:nvGrpSpPr>
        <p:grpSpPr>
          <a:xfrm>
            <a:off x="507491" y="3810101"/>
            <a:ext cx="5175504" cy="1922079"/>
            <a:chOff x="539496" y="3656554"/>
            <a:chExt cx="5175504" cy="1922079"/>
          </a:xfrm>
        </p:grpSpPr>
        <p:grpSp>
          <p:nvGrpSpPr>
            <p:cNvPr id="62" name="组合 61">
              <a:extLst>
                <a:ext uri="{FF2B5EF4-FFF2-40B4-BE49-F238E27FC236}">
                  <a16:creationId xmlns:a16="http://schemas.microsoft.com/office/drawing/2014/main" id="{C03E137B-B6E4-6740-36A6-A46D5C44A20C}"/>
                </a:ext>
              </a:extLst>
            </p:cNvPr>
            <p:cNvGrpSpPr/>
            <p:nvPr/>
          </p:nvGrpSpPr>
          <p:grpSpPr>
            <a:xfrm>
              <a:off x="539496" y="3656554"/>
              <a:ext cx="4645152" cy="298223"/>
              <a:chOff x="539496" y="3656554"/>
              <a:chExt cx="4645152" cy="298223"/>
            </a:xfrm>
          </p:grpSpPr>
          <p:sp>
            <p:nvSpPr>
              <p:cNvPr id="10" name="TextBox 9"/>
              <p:cNvSpPr txBox="1"/>
              <p:nvPr/>
            </p:nvSpPr>
            <p:spPr>
              <a:xfrm>
                <a:off x="539496" y="3726635"/>
                <a:ext cx="310896" cy="209288"/>
              </a:xfrm>
              <a:prstGeom prst="rect">
                <a:avLst/>
              </a:prstGeom>
              <a:noFill/>
            </p:spPr>
            <p:txBody>
              <a:bodyPr wrap="square" lIns="27432" tIns="27432" rIns="27432" bIns="27432" anchor="t">
                <a:spAutoFit/>
              </a:bodyPr>
              <a:lstStyle/>
              <a:p>
                <a:pPr algn="l"/>
                <a:r>
                  <a:rPr sz="1000" b="1" dirty="0">
                    <a:solidFill>
                      <a:srgbClr val="FA0505"/>
                    </a:solidFill>
                    <a:ea typeface="+mn-ea"/>
                    <a:cs typeface="Arial" panose="020B0604020202020204" pitchFamily="34" charset="0"/>
                  </a:rPr>
                  <a:t>01</a:t>
                </a:r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932688" y="3656554"/>
                <a:ext cx="4251960" cy="298223"/>
              </a:xfrm>
              <a:prstGeom prst="rect">
                <a:avLst/>
              </a:prstGeom>
              <a:noFill/>
            </p:spPr>
            <p:txBody>
              <a:bodyPr wrap="square" lIns="27432" tIns="27432" rIns="27432" bIns="27432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Arial" panose="020B0604020202020204" pitchFamily="34" charset="0"/>
                  </a:rPr>
                  <a:t>Classification relies on manual maintenance</a:t>
                </a:r>
                <a:endParaRPr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12" name="Connector 11"/>
            <p:cNvCxnSpPr/>
            <p:nvPr/>
          </p:nvCxnSpPr>
          <p:spPr>
            <a:xfrm>
              <a:off x="539496" y="4005866"/>
              <a:ext cx="4782312" cy="0"/>
            </a:xfrm>
            <a:prstGeom prst="line">
              <a:avLst/>
            </a:prstGeom>
            <a:ln w="6350">
              <a:solidFill>
                <a:srgbClr val="D2D2D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3" name="组合 62">
              <a:extLst>
                <a:ext uri="{FF2B5EF4-FFF2-40B4-BE49-F238E27FC236}">
                  <a16:creationId xmlns:a16="http://schemas.microsoft.com/office/drawing/2014/main" id="{145B9A02-D595-3B37-6D7E-EE4705DD06D1}"/>
                </a:ext>
              </a:extLst>
            </p:cNvPr>
            <p:cNvGrpSpPr/>
            <p:nvPr/>
          </p:nvGrpSpPr>
          <p:grpSpPr>
            <a:xfrm>
              <a:off x="539496" y="4032466"/>
              <a:ext cx="4988336" cy="298223"/>
              <a:chOff x="539496" y="4032466"/>
              <a:chExt cx="4988336" cy="298223"/>
            </a:xfrm>
          </p:grpSpPr>
          <p:sp>
            <p:nvSpPr>
              <p:cNvPr id="13" name="TextBox 12"/>
              <p:cNvSpPr txBox="1"/>
              <p:nvPr/>
            </p:nvSpPr>
            <p:spPr>
              <a:xfrm>
                <a:off x="539496" y="4102547"/>
                <a:ext cx="310896" cy="209288"/>
              </a:xfrm>
              <a:prstGeom prst="rect">
                <a:avLst/>
              </a:prstGeom>
              <a:noFill/>
            </p:spPr>
            <p:txBody>
              <a:bodyPr wrap="square" lIns="27432" tIns="27432" rIns="27432" bIns="27432" anchor="t">
                <a:spAutoFit/>
              </a:bodyPr>
              <a:lstStyle/>
              <a:p>
                <a:pPr algn="l"/>
                <a:r>
                  <a:rPr sz="1000" b="1" dirty="0">
                    <a:solidFill>
                      <a:srgbClr val="FA0505"/>
                    </a:solidFill>
                    <a:ea typeface="+mn-ea"/>
                    <a:cs typeface="Arial" panose="020B0604020202020204" pitchFamily="34" charset="0"/>
                  </a:rPr>
                  <a:t>02</a:t>
                </a:r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932688" y="4032466"/>
                <a:ext cx="4595144" cy="298223"/>
              </a:xfrm>
              <a:prstGeom prst="rect">
                <a:avLst/>
              </a:prstGeom>
              <a:noFill/>
            </p:spPr>
            <p:txBody>
              <a:bodyPr wrap="square" lIns="27432" tIns="27432" rIns="27432" bIns="27432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Arial" panose="020B0604020202020204" pitchFamily="34" charset="0"/>
                  </a:rPr>
                  <a:t>Low search efficiency across product lines and technical areas</a:t>
                </a:r>
                <a:endParaRPr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15" name="Connector 14"/>
            <p:cNvCxnSpPr/>
            <p:nvPr/>
          </p:nvCxnSpPr>
          <p:spPr>
            <a:xfrm>
              <a:off x="539496" y="4399058"/>
              <a:ext cx="4782312" cy="0"/>
            </a:xfrm>
            <a:prstGeom prst="line">
              <a:avLst/>
            </a:prstGeom>
            <a:ln w="6350">
              <a:solidFill>
                <a:srgbClr val="D2D2D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4" name="组合 63">
              <a:extLst>
                <a:ext uri="{FF2B5EF4-FFF2-40B4-BE49-F238E27FC236}">
                  <a16:creationId xmlns:a16="http://schemas.microsoft.com/office/drawing/2014/main" id="{FCA28141-4EAE-0050-F6BF-0913CB18978A}"/>
                </a:ext>
              </a:extLst>
            </p:cNvPr>
            <p:cNvGrpSpPr/>
            <p:nvPr/>
          </p:nvGrpSpPr>
          <p:grpSpPr>
            <a:xfrm>
              <a:off x="539496" y="4452034"/>
              <a:ext cx="5175504" cy="298223"/>
              <a:chOff x="539496" y="4452034"/>
              <a:chExt cx="5175504" cy="298223"/>
            </a:xfrm>
          </p:grpSpPr>
          <p:sp>
            <p:nvSpPr>
              <p:cNvPr id="16" name="TextBox 15"/>
              <p:cNvSpPr txBox="1"/>
              <p:nvPr/>
            </p:nvSpPr>
            <p:spPr>
              <a:xfrm>
                <a:off x="539496" y="4522115"/>
                <a:ext cx="310896" cy="209288"/>
              </a:xfrm>
              <a:prstGeom prst="rect">
                <a:avLst/>
              </a:prstGeom>
              <a:noFill/>
            </p:spPr>
            <p:txBody>
              <a:bodyPr wrap="square" lIns="27432" tIns="27432" rIns="27432" bIns="27432" anchor="t">
                <a:spAutoFit/>
              </a:bodyPr>
              <a:lstStyle/>
              <a:p>
                <a:pPr algn="l"/>
                <a:r>
                  <a:rPr sz="1000" b="1" dirty="0">
                    <a:solidFill>
                      <a:srgbClr val="FA0505"/>
                    </a:solidFill>
                    <a:ea typeface="+mn-ea"/>
                    <a:cs typeface="Arial" panose="020B0604020202020204" pitchFamily="34" charset="0"/>
                  </a:rPr>
                  <a:t>03</a:t>
                </a:r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>
                <a:off x="932688" y="4452034"/>
                <a:ext cx="4782312" cy="298223"/>
              </a:xfrm>
              <a:prstGeom prst="rect">
                <a:avLst/>
              </a:prstGeom>
              <a:noFill/>
            </p:spPr>
            <p:txBody>
              <a:bodyPr wrap="square" lIns="27432" tIns="27432" rIns="27432" bIns="27432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Arial" panose="020B0604020202020204" pitchFamily="34" charset="0"/>
                  </a:rPr>
                  <a:t>Knowledge in Word, PDF and PPT attachments remains dormant</a:t>
                </a:r>
              </a:p>
            </p:txBody>
          </p:sp>
        </p:grpSp>
        <p:cxnSp>
          <p:nvCxnSpPr>
            <p:cNvPr id="18" name="Connector 17"/>
            <p:cNvCxnSpPr/>
            <p:nvPr/>
          </p:nvCxnSpPr>
          <p:spPr>
            <a:xfrm>
              <a:off x="539496" y="4792250"/>
              <a:ext cx="4782312" cy="0"/>
            </a:xfrm>
            <a:prstGeom prst="line">
              <a:avLst/>
            </a:prstGeom>
            <a:ln w="6350">
              <a:solidFill>
                <a:srgbClr val="D2D2D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5" name="组合 64">
              <a:extLst>
                <a:ext uri="{FF2B5EF4-FFF2-40B4-BE49-F238E27FC236}">
                  <a16:creationId xmlns:a16="http://schemas.microsoft.com/office/drawing/2014/main" id="{EE182EF1-9F92-F30C-169C-7EDDA351A717}"/>
                </a:ext>
              </a:extLst>
            </p:cNvPr>
            <p:cNvGrpSpPr/>
            <p:nvPr/>
          </p:nvGrpSpPr>
          <p:grpSpPr>
            <a:xfrm>
              <a:off x="539496" y="4818545"/>
              <a:ext cx="4645152" cy="298223"/>
              <a:chOff x="539496" y="4818545"/>
              <a:chExt cx="4645152" cy="298223"/>
            </a:xfrm>
          </p:grpSpPr>
          <p:sp>
            <p:nvSpPr>
              <p:cNvPr id="19" name="TextBox 18"/>
              <p:cNvSpPr txBox="1"/>
              <p:nvPr/>
            </p:nvSpPr>
            <p:spPr>
              <a:xfrm>
                <a:off x="539496" y="4901978"/>
                <a:ext cx="310896" cy="209288"/>
              </a:xfrm>
              <a:prstGeom prst="rect">
                <a:avLst/>
              </a:prstGeom>
              <a:noFill/>
            </p:spPr>
            <p:txBody>
              <a:bodyPr wrap="square" lIns="27432" tIns="27432" rIns="27432" bIns="27432" anchor="t">
                <a:spAutoFit/>
              </a:bodyPr>
              <a:lstStyle/>
              <a:p>
                <a:pPr algn="l"/>
                <a:r>
                  <a:rPr sz="1000" b="1" dirty="0">
                    <a:solidFill>
                      <a:srgbClr val="FA0505"/>
                    </a:solidFill>
                    <a:ea typeface="+mn-ea"/>
                    <a:cs typeface="Arial" panose="020B0604020202020204" pitchFamily="34" charset="0"/>
                  </a:rPr>
                  <a:t>04</a:t>
                </a:r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>
                <a:off x="932688" y="4818545"/>
                <a:ext cx="4251960" cy="298223"/>
              </a:xfrm>
              <a:prstGeom prst="rect">
                <a:avLst/>
              </a:prstGeom>
              <a:noFill/>
            </p:spPr>
            <p:txBody>
              <a:bodyPr wrap="square" lIns="27432" tIns="27432" rIns="27432" bIns="27432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Arial" panose="020B0604020202020204" pitchFamily="34" charset="0"/>
                  </a:rPr>
                  <a:t>Best FAE practices are difficult to reuse</a:t>
                </a:r>
                <a:endParaRPr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21" name="Connector 20"/>
            <p:cNvCxnSpPr/>
            <p:nvPr/>
          </p:nvCxnSpPr>
          <p:spPr>
            <a:xfrm>
              <a:off x="539496" y="5185442"/>
              <a:ext cx="4782312" cy="0"/>
            </a:xfrm>
            <a:prstGeom prst="line">
              <a:avLst/>
            </a:prstGeom>
            <a:ln w="6350">
              <a:solidFill>
                <a:srgbClr val="D2D2D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6" name="组合 65">
              <a:extLst>
                <a:ext uri="{FF2B5EF4-FFF2-40B4-BE49-F238E27FC236}">
                  <a16:creationId xmlns:a16="http://schemas.microsoft.com/office/drawing/2014/main" id="{705B34C3-1023-24A7-C4F7-815B3BC49B81}"/>
                </a:ext>
              </a:extLst>
            </p:cNvPr>
            <p:cNvGrpSpPr/>
            <p:nvPr/>
          </p:nvGrpSpPr>
          <p:grpSpPr>
            <a:xfrm>
              <a:off x="539496" y="5206235"/>
              <a:ext cx="4645152" cy="298223"/>
              <a:chOff x="539496" y="5206235"/>
              <a:chExt cx="4645152" cy="298223"/>
            </a:xfrm>
          </p:grpSpPr>
          <p:sp>
            <p:nvSpPr>
              <p:cNvPr id="22" name="TextBox 21"/>
              <p:cNvSpPr txBox="1"/>
              <p:nvPr/>
            </p:nvSpPr>
            <p:spPr>
              <a:xfrm>
                <a:off x="539496" y="5295170"/>
                <a:ext cx="310896" cy="209288"/>
              </a:xfrm>
              <a:prstGeom prst="rect">
                <a:avLst/>
              </a:prstGeom>
              <a:noFill/>
            </p:spPr>
            <p:txBody>
              <a:bodyPr wrap="square" lIns="27432" tIns="27432" rIns="27432" bIns="27432" anchor="t">
                <a:spAutoFit/>
              </a:bodyPr>
              <a:lstStyle/>
              <a:p>
                <a:pPr algn="l"/>
                <a:r>
                  <a:rPr sz="1000" b="1" dirty="0">
                    <a:solidFill>
                      <a:srgbClr val="FA0505"/>
                    </a:solidFill>
                    <a:ea typeface="+mn-ea"/>
                    <a:cs typeface="Arial" panose="020B0604020202020204" pitchFamily="34" charset="0"/>
                  </a:rPr>
                  <a:t>05</a:t>
                </a:r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932688" y="5206235"/>
                <a:ext cx="4251960" cy="298223"/>
              </a:xfrm>
              <a:prstGeom prst="rect">
                <a:avLst/>
              </a:prstGeom>
              <a:noFill/>
            </p:spPr>
            <p:txBody>
              <a:bodyPr wrap="square" lIns="27432" tIns="27432" rIns="27432" bIns="27432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Arial" panose="020B0604020202020204" pitchFamily="34" charset="0"/>
                  </a:rPr>
                  <a:t>Cannot directly support AI applications</a:t>
                </a:r>
                <a:endParaRPr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24" name="Connector 23"/>
            <p:cNvCxnSpPr/>
            <p:nvPr/>
          </p:nvCxnSpPr>
          <p:spPr>
            <a:xfrm>
              <a:off x="539496" y="5578633"/>
              <a:ext cx="4782312" cy="0"/>
            </a:xfrm>
            <a:prstGeom prst="line">
              <a:avLst/>
            </a:prstGeom>
            <a:ln w="6350">
              <a:solidFill>
                <a:srgbClr val="D2D2D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7A99845B-E6BC-0217-45FD-00BED99C58E1}"/>
              </a:ext>
            </a:extLst>
          </p:cNvPr>
          <p:cNvGrpSpPr/>
          <p:nvPr/>
        </p:nvGrpSpPr>
        <p:grpSpPr>
          <a:xfrm>
            <a:off x="5794186" y="1809406"/>
            <a:ext cx="5888736" cy="2450592"/>
            <a:chOff x="5794186" y="1809406"/>
            <a:chExt cx="5888736" cy="2450592"/>
          </a:xfrm>
        </p:grpSpPr>
        <p:grpSp>
          <p:nvGrpSpPr>
            <p:cNvPr id="50" name="组合 49">
              <a:extLst>
                <a:ext uri="{FF2B5EF4-FFF2-40B4-BE49-F238E27FC236}">
                  <a16:creationId xmlns:a16="http://schemas.microsoft.com/office/drawing/2014/main" id="{25A8132F-1EA8-BD83-C2C2-F0C4BD36169F}"/>
                </a:ext>
              </a:extLst>
            </p:cNvPr>
            <p:cNvGrpSpPr/>
            <p:nvPr/>
          </p:nvGrpSpPr>
          <p:grpSpPr>
            <a:xfrm>
              <a:off x="5794186" y="1809406"/>
              <a:ext cx="2148840" cy="1188720"/>
              <a:chOff x="5794186" y="1809406"/>
              <a:chExt cx="2148840" cy="1188720"/>
            </a:xfrm>
          </p:grpSpPr>
          <p:sp>
            <p:nvSpPr>
              <p:cNvPr id="25" name="Rectangle 24"/>
              <p:cNvSpPr/>
              <p:nvPr/>
            </p:nvSpPr>
            <p:spPr>
              <a:xfrm>
                <a:off x="5794186" y="1809406"/>
                <a:ext cx="2148840" cy="1188720"/>
              </a:xfrm>
              <a:prstGeom prst="rect">
                <a:avLst/>
              </a:prstGeom>
              <a:solidFill>
                <a:srgbClr val="0771A9"/>
              </a:solidFill>
              <a:ln>
                <a:solidFill>
                  <a:srgbClr val="0771A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" name="TextBox 25"/>
              <p:cNvSpPr txBox="1"/>
              <p:nvPr/>
            </p:nvSpPr>
            <p:spPr>
              <a:xfrm>
                <a:off x="5940490" y="1985884"/>
                <a:ext cx="1856232" cy="378565"/>
              </a:xfrm>
              <a:prstGeom prst="rect">
                <a:avLst/>
              </a:prstGeom>
              <a:noFill/>
            </p:spPr>
            <p:txBody>
              <a:bodyPr wrap="square" lIns="27432" tIns="27432" rIns="27432" bIns="27432" anchor="ctr">
                <a:spAutoFit/>
              </a:bodyPr>
              <a:lstStyle/>
              <a:p>
                <a:pPr algn="ctr"/>
                <a:r>
                  <a:rPr sz="2100" b="1" dirty="0">
                    <a:solidFill>
                      <a:srgbClr val="FFFFFF"/>
                    </a:solidFill>
                    <a:ea typeface="+mn-ea"/>
                    <a:cs typeface="Arial" panose="020B0604020202020204" pitchFamily="34" charset="0"/>
                  </a:rPr>
                  <a:t>20,000+</a:t>
                </a:r>
              </a:p>
            </p:txBody>
          </p:sp>
          <p:sp>
            <p:nvSpPr>
              <p:cNvPr id="27" name="TextBox 26"/>
              <p:cNvSpPr txBox="1"/>
              <p:nvPr/>
            </p:nvSpPr>
            <p:spPr>
              <a:xfrm>
                <a:off x="5922201" y="2521476"/>
                <a:ext cx="1892808" cy="240066"/>
              </a:xfrm>
              <a:prstGeom prst="rect">
                <a:avLst/>
              </a:prstGeom>
              <a:noFill/>
            </p:spPr>
            <p:txBody>
              <a:bodyPr wrap="square" lIns="27432" tIns="27432" rIns="27432" bIns="27432" anchor="ctr">
                <a:spAutoFit/>
              </a:bodyPr>
              <a:lstStyle/>
              <a:p>
                <a:pPr algn="ctr"/>
                <a:r>
                  <a:rPr lang="zh-CN" altLang="en-US" sz="1200" dirty="0">
                    <a:solidFill>
                      <a:schemeClr val="bg1"/>
                    </a:solidFill>
                    <a:cs typeface="Arial" panose="020B0604020202020204" pitchFamily="34" charset="0"/>
                  </a:rPr>
                  <a:t>Historical</a:t>
                </a:r>
                <a:r>
                  <a:rPr lang="zh-CN" altLang="en-US" sz="950" b="0" dirty="0">
                    <a:solidFill>
                      <a:schemeClr val="bg1"/>
                    </a:solidFill>
                    <a:ea typeface="+mn-ea"/>
                    <a:cs typeface="Arial" panose="020B0604020202020204" pitchFamily="34" charset="0"/>
                  </a:rPr>
                  <a:t> </a:t>
                </a:r>
                <a:r>
                  <a:rPr lang="zh-CN" altLang="en-US" sz="1200" dirty="0">
                    <a:solidFill>
                      <a:schemeClr val="bg1"/>
                    </a:solidFill>
                    <a:cs typeface="Arial" panose="020B0604020202020204" pitchFamily="34" charset="0"/>
                  </a:rPr>
                  <a:t>Sharing</a:t>
                </a:r>
                <a:r>
                  <a:rPr lang="zh-CN" altLang="en-US" sz="950" b="0" dirty="0">
                    <a:solidFill>
                      <a:schemeClr val="bg1"/>
                    </a:solidFill>
                    <a:ea typeface="+mn-ea"/>
                    <a:cs typeface="Arial" panose="020B0604020202020204" pitchFamily="34" charset="0"/>
                  </a:rPr>
                  <a:t> </a:t>
                </a:r>
                <a:r>
                  <a:rPr lang="zh-CN" altLang="en-US" sz="1200" dirty="0">
                    <a:solidFill>
                      <a:schemeClr val="bg1"/>
                    </a:solidFill>
                    <a:cs typeface="Arial" panose="020B0604020202020204" pitchFamily="34" charset="0"/>
                  </a:rPr>
                  <a:t>Volume</a:t>
                </a:r>
                <a:endParaRPr sz="1200" dirty="0">
                  <a:solidFill>
                    <a:schemeClr val="bg1"/>
                  </a:solidFill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51" name="组合 50">
              <a:extLst>
                <a:ext uri="{FF2B5EF4-FFF2-40B4-BE49-F238E27FC236}">
                  <a16:creationId xmlns:a16="http://schemas.microsoft.com/office/drawing/2014/main" id="{9DF36E21-B629-CA9B-DF0A-6F5208C30110}"/>
                </a:ext>
              </a:extLst>
            </p:cNvPr>
            <p:cNvGrpSpPr/>
            <p:nvPr/>
          </p:nvGrpSpPr>
          <p:grpSpPr>
            <a:xfrm>
              <a:off x="8052754" y="1809406"/>
              <a:ext cx="2148840" cy="1188720"/>
              <a:chOff x="8052754" y="1809406"/>
              <a:chExt cx="2148840" cy="1188720"/>
            </a:xfrm>
          </p:grpSpPr>
          <p:sp>
            <p:nvSpPr>
              <p:cNvPr id="28" name="Rectangle 27"/>
              <p:cNvSpPr/>
              <p:nvPr/>
            </p:nvSpPr>
            <p:spPr>
              <a:xfrm>
                <a:off x="8052754" y="1809406"/>
                <a:ext cx="2148840" cy="1188720"/>
              </a:xfrm>
              <a:prstGeom prst="rect">
                <a:avLst/>
              </a:prstGeom>
              <a:solidFill>
                <a:srgbClr val="280078"/>
              </a:solidFill>
              <a:ln>
                <a:solidFill>
                  <a:srgbClr val="28007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9" name="TextBox 28"/>
              <p:cNvSpPr txBox="1"/>
              <p:nvPr/>
            </p:nvSpPr>
            <p:spPr>
              <a:xfrm>
                <a:off x="8199058" y="1985884"/>
                <a:ext cx="1856232" cy="378565"/>
              </a:xfrm>
              <a:prstGeom prst="rect">
                <a:avLst/>
              </a:prstGeom>
              <a:noFill/>
            </p:spPr>
            <p:txBody>
              <a:bodyPr wrap="square" lIns="27432" tIns="27432" rIns="27432" bIns="27432" anchor="ctr">
                <a:spAutoFit/>
              </a:bodyPr>
              <a:lstStyle/>
              <a:p>
                <a:pPr algn="ctr"/>
                <a:r>
                  <a:rPr sz="2100" b="1" dirty="0">
                    <a:solidFill>
                      <a:srgbClr val="FFFFFF"/>
                    </a:solidFill>
                    <a:ea typeface="+mn-ea"/>
                    <a:cs typeface="Arial" panose="020B0604020202020204" pitchFamily="34" charset="0"/>
                  </a:rPr>
                  <a:t>PHASE 2</a:t>
                </a:r>
              </a:p>
            </p:txBody>
          </p:sp>
          <p:sp>
            <p:nvSpPr>
              <p:cNvPr id="30" name="TextBox 29"/>
              <p:cNvSpPr txBox="1"/>
              <p:nvPr/>
            </p:nvSpPr>
            <p:spPr>
              <a:xfrm>
                <a:off x="8180770" y="2429143"/>
                <a:ext cx="1892808" cy="424732"/>
              </a:xfrm>
              <a:prstGeom prst="rect">
                <a:avLst/>
              </a:prstGeom>
              <a:noFill/>
            </p:spPr>
            <p:txBody>
              <a:bodyPr wrap="square" lIns="27432" tIns="27432" rIns="27432" bIns="27432" anchor="ctr">
                <a:spAutoFit/>
              </a:bodyPr>
              <a:lstStyle/>
              <a:p>
                <a:pPr algn="ctr"/>
                <a:r>
                  <a:rPr lang="zh-CN" altLang="en-US" sz="1200" dirty="0">
                    <a:solidFill>
                      <a:schemeClr val="bg1"/>
                    </a:solidFill>
                    <a:cs typeface="Arial" panose="020B0604020202020204" pitchFamily="34" charset="0"/>
                  </a:rPr>
                  <a:t>Full</a:t>
                </a:r>
                <a:r>
                  <a:rPr lang="zh-CN" altLang="en-US" sz="850" b="0" dirty="0">
                    <a:solidFill>
                      <a:schemeClr val="bg1"/>
                    </a:solidFill>
                    <a:ea typeface="+mn-ea"/>
                    <a:cs typeface="Arial" panose="020B0604020202020204" pitchFamily="34" charset="0"/>
                  </a:rPr>
                  <a:t> </a:t>
                </a:r>
                <a:r>
                  <a:rPr lang="zh-CN" altLang="en-US" sz="1200" dirty="0">
                    <a:solidFill>
                      <a:schemeClr val="bg1"/>
                    </a:solidFill>
                    <a:cs typeface="Arial" panose="020B0604020202020204" pitchFamily="34" charset="0"/>
                  </a:rPr>
                  <a:t>Classification</a:t>
                </a:r>
                <a:r>
                  <a:rPr lang="zh-CN" altLang="en-US" sz="850" b="0" dirty="0">
                    <a:solidFill>
                      <a:schemeClr val="bg1"/>
                    </a:solidFill>
                    <a:ea typeface="+mn-ea"/>
                    <a:cs typeface="Arial" panose="020B0604020202020204" pitchFamily="34" charset="0"/>
                  </a:rPr>
                  <a:t> </a:t>
                </a:r>
                <a:r>
                  <a:rPr lang="zh-CN" altLang="en-US" sz="1200" dirty="0">
                    <a:solidFill>
                      <a:schemeClr val="bg1"/>
                    </a:solidFill>
                    <a:cs typeface="Arial" panose="020B0604020202020204" pitchFamily="34" charset="0"/>
                  </a:rPr>
                  <a:t>Underway</a:t>
                </a:r>
                <a:endParaRPr sz="1200" dirty="0">
                  <a:solidFill>
                    <a:schemeClr val="bg1"/>
                  </a:solidFill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52" name="组合 51">
              <a:extLst>
                <a:ext uri="{FF2B5EF4-FFF2-40B4-BE49-F238E27FC236}">
                  <a16:creationId xmlns:a16="http://schemas.microsoft.com/office/drawing/2014/main" id="{218FEA46-E2E9-00B0-8798-B7D3FE55EE26}"/>
                </a:ext>
              </a:extLst>
            </p:cNvPr>
            <p:cNvGrpSpPr/>
            <p:nvPr/>
          </p:nvGrpSpPr>
          <p:grpSpPr>
            <a:xfrm>
              <a:off x="10311322" y="1809406"/>
              <a:ext cx="1371600" cy="1188720"/>
              <a:chOff x="10311322" y="1809406"/>
              <a:chExt cx="1371600" cy="1188720"/>
            </a:xfrm>
          </p:grpSpPr>
          <p:sp>
            <p:nvSpPr>
              <p:cNvPr id="31" name="Rectangle 30"/>
              <p:cNvSpPr/>
              <p:nvPr/>
            </p:nvSpPr>
            <p:spPr>
              <a:xfrm>
                <a:off x="10311322" y="1809406"/>
                <a:ext cx="1371600" cy="1188720"/>
              </a:xfrm>
              <a:prstGeom prst="rect">
                <a:avLst/>
              </a:prstGeom>
              <a:solidFill>
                <a:srgbClr val="FA0505"/>
              </a:solidFill>
              <a:ln>
                <a:solidFill>
                  <a:srgbClr val="FA050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2" name="TextBox 31"/>
              <p:cNvSpPr txBox="1"/>
              <p:nvPr/>
            </p:nvSpPr>
            <p:spPr>
              <a:xfrm>
                <a:off x="10457626" y="1824301"/>
                <a:ext cx="1078992" cy="701731"/>
              </a:xfrm>
              <a:prstGeom prst="rect">
                <a:avLst/>
              </a:prstGeom>
              <a:noFill/>
            </p:spPr>
            <p:txBody>
              <a:bodyPr wrap="square" lIns="27432" tIns="27432" rIns="27432" bIns="27432" anchor="ctr">
                <a:spAutoFit/>
              </a:bodyPr>
              <a:lstStyle/>
              <a:p>
                <a:pPr algn="ctr"/>
                <a:r>
                  <a:rPr sz="2100" b="1" dirty="0">
                    <a:solidFill>
                      <a:srgbClr val="FFFFFF"/>
                    </a:solidFill>
                    <a:ea typeface="+mn-ea"/>
                    <a:cs typeface="Arial" panose="020B0604020202020204" pitchFamily="34" charset="0"/>
                  </a:rPr>
                  <a:t>~1 Week</a:t>
                </a:r>
              </a:p>
            </p:txBody>
          </p:sp>
          <p:sp>
            <p:nvSpPr>
              <p:cNvPr id="33" name="TextBox 32"/>
              <p:cNvSpPr txBox="1"/>
              <p:nvPr/>
            </p:nvSpPr>
            <p:spPr>
              <a:xfrm>
                <a:off x="10439338" y="2492398"/>
                <a:ext cx="1115568" cy="298223"/>
              </a:xfrm>
              <a:prstGeom prst="rect">
                <a:avLst/>
              </a:prstGeom>
              <a:noFill/>
            </p:spPr>
            <p:txBody>
              <a:bodyPr wrap="square" lIns="27432" tIns="27432" rIns="27432" bIns="27432" anchor="ctr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200" dirty="0">
                    <a:solidFill>
                      <a:schemeClr val="bg1"/>
                    </a:solidFill>
                    <a:cs typeface="Arial" panose="020B0604020202020204" pitchFamily="34" charset="0"/>
                  </a:rPr>
                  <a:t>Target: Jul 20</a:t>
                </a:r>
                <a:endParaRPr sz="1200" dirty="0">
                  <a:solidFill>
                    <a:schemeClr val="bg1"/>
                  </a:solidFill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53" name="组合 52">
              <a:extLst>
                <a:ext uri="{FF2B5EF4-FFF2-40B4-BE49-F238E27FC236}">
                  <a16:creationId xmlns:a16="http://schemas.microsoft.com/office/drawing/2014/main" id="{03FDAD1D-49C2-2DEA-EE23-41A5EF259937}"/>
                </a:ext>
              </a:extLst>
            </p:cNvPr>
            <p:cNvGrpSpPr/>
            <p:nvPr/>
          </p:nvGrpSpPr>
          <p:grpSpPr>
            <a:xfrm>
              <a:off x="5794186" y="3144430"/>
              <a:ext cx="3291840" cy="1115568"/>
              <a:chOff x="5794186" y="3144430"/>
              <a:chExt cx="3291840" cy="1115568"/>
            </a:xfrm>
          </p:grpSpPr>
          <p:sp>
            <p:nvSpPr>
              <p:cNvPr id="34" name="Rectangle 33"/>
              <p:cNvSpPr/>
              <p:nvPr/>
            </p:nvSpPr>
            <p:spPr>
              <a:xfrm>
                <a:off x="5794186" y="3144430"/>
                <a:ext cx="3291840" cy="1115568"/>
              </a:xfrm>
              <a:prstGeom prst="rect">
                <a:avLst/>
              </a:prstGeom>
              <a:solidFill>
                <a:srgbClr val="2D2D2D"/>
              </a:solidFill>
              <a:ln>
                <a:solidFill>
                  <a:srgbClr val="2D2D2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5" name="TextBox 34"/>
              <p:cNvSpPr txBox="1"/>
              <p:nvPr/>
            </p:nvSpPr>
            <p:spPr>
              <a:xfrm>
                <a:off x="5940490" y="3320908"/>
                <a:ext cx="2999232" cy="378565"/>
              </a:xfrm>
              <a:prstGeom prst="rect">
                <a:avLst/>
              </a:prstGeom>
              <a:noFill/>
            </p:spPr>
            <p:txBody>
              <a:bodyPr wrap="square" lIns="27432" tIns="27432" rIns="27432" bIns="27432" anchor="ctr">
                <a:spAutoFit/>
              </a:bodyPr>
              <a:lstStyle/>
              <a:p>
                <a:pPr algn="ctr"/>
                <a:r>
                  <a:rPr lang="zh-CN" altLang="en-US" b="1" dirty="0">
                    <a:solidFill>
                      <a:srgbClr val="FFFFFF"/>
                    </a:solidFill>
                    <a:ea typeface="+mn-ea"/>
                    <a:cs typeface="Arial" panose="020B0604020202020204" pitchFamily="34" charset="0"/>
                  </a:rPr>
                  <a:t>Testing Completed</a:t>
                </a:r>
                <a:endParaRPr b="1" dirty="0">
                  <a:solidFill>
                    <a:srgbClr val="FFFFFF"/>
                  </a:solidFill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6" name="TextBox 35"/>
              <p:cNvSpPr txBox="1"/>
              <p:nvPr/>
            </p:nvSpPr>
            <p:spPr>
              <a:xfrm>
                <a:off x="5922201" y="3827422"/>
                <a:ext cx="3035808" cy="298223"/>
              </a:xfrm>
              <a:prstGeom prst="rect">
                <a:avLst/>
              </a:prstGeom>
              <a:noFill/>
            </p:spPr>
            <p:txBody>
              <a:bodyPr wrap="square" lIns="27432" tIns="27432" rIns="27432" bIns="27432" anchor="ctr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zh-CN" altLang="en-US" sz="1200" dirty="0">
                    <a:solidFill>
                      <a:schemeClr val="bg1"/>
                    </a:solidFill>
                    <a:cs typeface="Arial" panose="020B0604020202020204" pitchFamily="34" charset="0"/>
                  </a:rPr>
                  <a:t>Read · Parse Attachments · AI Classify</a:t>
                </a:r>
                <a:endParaRPr sz="1200" dirty="0">
                  <a:solidFill>
                    <a:schemeClr val="bg1"/>
                  </a:solidFill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54" name="组合 53">
              <a:extLst>
                <a:ext uri="{FF2B5EF4-FFF2-40B4-BE49-F238E27FC236}">
                  <a16:creationId xmlns:a16="http://schemas.microsoft.com/office/drawing/2014/main" id="{4E7922E0-3EDD-BB90-1B8F-288AA5504842}"/>
                </a:ext>
              </a:extLst>
            </p:cNvPr>
            <p:cNvGrpSpPr/>
            <p:nvPr/>
          </p:nvGrpSpPr>
          <p:grpSpPr>
            <a:xfrm>
              <a:off x="9204898" y="3144430"/>
              <a:ext cx="2478024" cy="1115568"/>
              <a:chOff x="9204898" y="3144430"/>
              <a:chExt cx="2478024" cy="1115568"/>
            </a:xfrm>
          </p:grpSpPr>
          <p:sp>
            <p:nvSpPr>
              <p:cNvPr id="37" name="Rectangle 36"/>
              <p:cNvSpPr/>
              <p:nvPr/>
            </p:nvSpPr>
            <p:spPr>
              <a:xfrm>
                <a:off x="9204898" y="3144430"/>
                <a:ext cx="2478024" cy="1115568"/>
              </a:xfrm>
              <a:prstGeom prst="rect">
                <a:avLst/>
              </a:prstGeom>
              <a:solidFill>
                <a:srgbClr val="00AEEF"/>
              </a:solidFill>
              <a:ln>
                <a:solidFill>
                  <a:srgbClr val="00AEE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8" name="TextBox 37"/>
              <p:cNvSpPr txBox="1"/>
              <p:nvPr/>
            </p:nvSpPr>
            <p:spPr>
              <a:xfrm>
                <a:off x="9351202" y="3320908"/>
                <a:ext cx="2185416" cy="378565"/>
              </a:xfrm>
              <a:prstGeom prst="rect">
                <a:avLst/>
              </a:prstGeom>
              <a:noFill/>
            </p:spPr>
            <p:txBody>
              <a:bodyPr wrap="square" lIns="27432" tIns="27432" rIns="27432" bIns="27432" anchor="ctr">
                <a:spAutoFit/>
              </a:bodyPr>
              <a:lstStyle/>
              <a:p>
                <a:pPr algn="ctr"/>
                <a:r>
                  <a:rPr lang="zh-CN" altLang="en-US" b="1" dirty="0">
                    <a:solidFill>
                      <a:srgbClr val="FFFFFF"/>
                    </a:solidFill>
                    <a:ea typeface="+mn-ea"/>
                    <a:cs typeface="Arial" panose="020B0604020202020204" pitchFamily="34" charset="0"/>
                  </a:rPr>
                  <a:t>Goal</a:t>
                </a:r>
                <a:endParaRPr sz="2100" b="1" dirty="0">
                  <a:solidFill>
                    <a:srgbClr val="FFFFFF"/>
                  </a:solidFill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9" name="TextBox 38"/>
              <p:cNvSpPr txBox="1"/>
              <p:nvPr/>
            </p:nvSpPr>
            <p:spPr>
              <a:xfrm>
                <a:off x="9332914" y="3827422"/>
                <a:ext cx="2221991" cy="298223"/>
              </a:xfrm>
              <a:prstGeom prst="rect">
                <a:avLst/>
              </a:prstGeom>
              <a:noFill/>
            </p:spPr>
            <p:txBody>
              <a:bodyPr wrap="square" lIns="27432" tIns="27432" rIns="27432" bIns="27432" anchor="ctr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zh-CN" altLang="en-US" sz="1200" dirty="0">
                    <a:solidFill>
                      <a:schemeClr val="bg1"/>
                    </a:solidFill>
                    <a:cs typeface="Arial" panose="020B0604020202020204" pitchFamily="34" charset="0"/>
                  </a:rPr>
                  <a:t>Ongoing Governance</a:t>
                </a:r>
                <a:endParaRPr sz="1200" dirty="0">
                  <a:solidFill>
                    <a:schemeClr val="bg1"/>
                  </a:solidFill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11548F5A-12DD-57D2-7912-78477C305648}"/>
              </a:ext>
            </a:extLst>
          </p:cNvPr>
          <p:cNvGrpSpPr/>
          <p:nvPr/>
        </p:nvGrpSpPr>
        <p:grpSpPr>
          <a:xfrm>
            <a:off x="5794186" y="4654779"/>
            <a:ext cx="1645920" cy="246888"/>
            <a:chOff x="5794186" y="4654779"/>
            <a:chExt cx="1645920" cy="246888"/>
          </a:xfrm>
        </p:grpSpPr>
        <p:sp>
          <p:nvSpPr>
            <p:cNvPr id="40" name="Rectangle 39"/>
            <p:cNvSpPr/>
            <p:nvPr/>
          </p:nvSpPr>
          <p:spPr>
            <a:xfrm>
              <a:off x="5794186" y="4654779"/>
              <a:ext cx="1645920" cy="246888"/>
            </a:xfrm>
            <a:prstGeom prst="rect">
              <a:avLst/>
            </a:prstGeom>
            <a:solidFill>
              <a:srgbClr val="FA0505"/>
            </a:solidFill>
            <a:ln>
              <a:solidFill>
                <a:srgbClr val="FA050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5794186" y="4673580"/>
              <a:ext cx="1645920" cy="209288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/>
            <a:p>
              <a:pPr algn="ctr"/>
              <a:r>
                <a:rPr sz="1000" b="1" dirty="0">
                  <a:solidFill>
                    <a:schemeClr val="bg1"/>
                  </a:solidFill>
                  <a:cs typeface="Arial" panose="020B0604020202020204" pitchFamily="34" charset="0"/>
                </a:rPr>
                <a:t>PROJECT</a:t>
              </a:r>
              <a:r>
                <a:rPr sz="1000" b="1" dirty="0">
                  <a:solidFill>
                    <a:schemeClr val="bg1"/>
                  </a:solidFill>
                  <a:ea typeface="+mn-ea"/>
                  <a:cs typeface="Arial" panose="020B0604020202020204" pitchFamily="34" charset="0"/>
                </a:rPr>
                <a:t> </a:t>
              </a:r>
              <a:r>
                <a:rPr sz="1000" b="1" dirty="0">
                  <a:solidFill>
                    <a:schemeClr val="bg1"/>
                  </a:solidFill>
                  <a:cs typeface="Arial" panose="020B0604020202020204" pitchFamily="34" charset="0"/>
                </a:rPr>
                <a:t>OBJECTIVES</a:t>
              </a:r>
            </a:p>
          </p:txBody>
        </p:sp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B81CDD73-7108-D310-4D31-2B8FDAB21919}"/>
              </a:ext>
            </a:extLst>
          </p:cNvPr>
          <p:cNvGrpSpPr/>
          <p:nvPr/>
        </p:nvGrpSpPr>
        <p:grpSpPr>
          <a:xfrm>
            <a:off x="5794186" y="5020539"/>
            <a:ext cx="2935224" cy="240066"/>
            <a:chOff x="5794186" y="5020539"/>
            <a:chExt cx="2935224" cy="240066"/>
          </a:xfrm>
        </p:grpSpPr>
        <p:sp>
          <p:nvSpPr>
            <p:cNvPr id="42" name="Oval 41"/>
            <p:cNvSpPr/>
            <p:nvPr/>
          </p:nvSpPr>
          <p:spPr>
            <a:xfrm>
              <a:off x="5794186" y="5090280"/>
              <a:ext cx="100584" cy="100584"/>
            </a:xfrm>
            <a:prstGeom prst="ellipse">
              <a:avLst/>
            </a:prstGeom>
            <a:solidFill>
              <a:srgbClr val="FA0505"/>
            </a:solidFill>
            <a:ln>
              <a:solidFill>
                <a:srgbClr val="FA050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5986210" y="5020539"/>
              <a:ext cx="2743200" cy="240066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l"/>
              <a:r>
                <a:rPr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Confluence</a:t>
              </a:r>
              <a:r>
                <a:rPr sz="850" b="1" dirty="0">
                  <a:solidFill>
                    <a:srgbClr val="2D2D2D"/>
                  </a:solidFill>
                  <a:ea typeface="+mn-ea"/>
                  <a:cs typeface="Arial" panose="020B0604020202020204" pitchFamily="34" charset="0"/>
                </a:rPr>
                <a:t> </a:t>
              </a:r>
              <a:r>
                <a:rPr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→ Lark 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Wiki </a:t>
              </a:r>
              <a:r>
                <a:rPr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Migration</a:t>
              </a:r>
            </a:p>
          </p:txBody>
        </p:sp>
      </p:grp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B1BE2256-8317-2E7B-6062-47099E79D5E3}"/>
              </a:ext>
            </a:extLst>
          </p:cNvPr>
          <p:cNvGrpSpPr/>
          <p:nvPr/>
        </p:nvGrpSpPr>
        <p:grpSpPr>
          <a:xfrm>
            <a:off x="8610414" y="4955435"/>
            <a:ext cx="3176933" cy="296556"/>
            <a:chOff x="8824567" y="4982822"/>
            <a:chExt cx="3176933" cy="296556"/>
          </a:xfrm>
        </p:grpSpPr>
        <p:sp>
          <p:nvSpPr>
            <p:cNvPr id="44" name="Oval 43"/>
            <p:cNvSpPr/>
            <p:nvPr/>
          </p:nvSpPr>
          <p:spPr>
            <a:xfrm>
              <a:off x="8824567" y="5117667"/>
              <a:ext cx="100584" cy="100584"/>
            </a:xfrm>
            <a:prstGeom prst="ellipse">
              <a:avLst/>
            </a:prstGeom>
            <a:solidFill>
              <a:srgbClr val="FA0505"/>
            </a:solidFill>
            <a:ln>
              <a:solidFill>
                <a:srgbClr val="FA050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9022018" y="4982822"/>
              <a:ext cx="2979482" cy="296556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AI Classification: Product × Technical</a:t>
              </a:r>
            </a:p>
          </p:txBody>
        </p:sp>
      </p:grp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8C717784-9EBC-3DA7-FA05-B1320383443E}"/>
              </a:ext>
            </a:extLst>
          </p:cNvPr>
          <p:cNvGrpSpPr/>
          <p:nvPr/>
        </p:nvGrpSpPr>
        <p:grpSpPr>
          <a:xfrm>
            <a:off x="5794186" y="5433783"/>
            <a:ext cx="2935224" cy="298223"/>
            <a:chOff x="5794186" y="5433783"/>
            <a:chExt cx="2935224" cy="298223"/>
          </a:xfrm>
        </p:grpSpPr>
        <p:sp>
          <p:nvSpPr>
            <p:cNvPr id="46" name="Oval 45"/>
            <p:cNvSpPr/>
            <p:nvPr/>
          </p:nvSpPr>
          <p:spPr>
            <a:xfrm>
              <a:off x="5794186" y="5553360"/>
              <a:ext cx="100584" cy="100584"/>
            </a:xfrm>
            <a:prstGeom prst="ellipse">
              <a:avLst/>
            </a:prstGeom>
            <a:solidFill>
              <a:srgbClr val="FA0505"/>
            </a:solidFill>
            <a:ln>
              <a:solidFill>
                <a:srgbClr val="FA050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5986210" y="5433783"/>
              <a:ext cx="2743200" cy="298223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Multi-format Attachment Parsing</a:t>
              </a:r>
              <a:endParaRPr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44051C7D-F35D-C9CB-7C15-FCEFFA918C2D}"/>
              </a:ext>
            </a:extLst>
          </p:cNvPr>
          <p:cNvGrpSpPr/>
          <p:nvPr/>
        </p:nvGrpSpPr>
        <p:grpSpPr>
          <a:xfrm>
            <a:off x="8615841" y="5433782"/>
            <a:ext cx="3171506" cy="298223"/>
            <a:chOff x="8829994" y="5461169"/>
            <a:chExt cx="3171506" cy="298223"/>
          </a:xfrm>
        </p:grpSpPr>
        <p:sp>
          <p:nvSpPr>
            <p:cNvPr id="48" name="Oval 47"/>
            <p:cNvSpPr/>
            <p:nvPr/>
          </p:nvSpPr>
          <p:spPr>
            <a:xfrm>
              <a:off x="8829994" y="5580747"/>
              <a:ext cx="100584" cy="100584"/>
            </a:xfrm>
            <a:prstGeom prst="ellipse">
              <a:avLst/>
            </a:prstGeom>
            <a:solidFill>
              <a:srgbClr val="FA0505"/>
            </a:solidFill>
            <a:ln>
              <a:solidFill>
                <a:srgbClr val="FA050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9022018" y="5461169"/>
              <a:ext cx="2979482" cy="298223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Weekly Updates + Monthly Quality Check</a:t>
              </a:r>
              <a:endParaRPr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62643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7468" y="309241"/>
            <a:ext cx="11504000" cy="54784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eaLnBrk="0" hangingPunct="0">
              <a:spcBef>
                <a:spcPts val="615"/>
              </a:spcBef>
              <a:tabLst>
                <a:tab pos="3676650" algn="l"/>
              </a:tabLst>
            </a:pPr>
            <a:r>
              <a:rPr lang="zh-CN" altLang="en-US" sz="3200" b="1" dirty="0">
                <a:solidFill>
                  <a:srgbClr val="595959"/>
                </a:solidFill>
                <a:ea typeface="+mn-ea"/>
                <a:cs typeface="Arial" panose="020B0604020202020204" pitchFamily="34" charset="0"/>
              </a:rPr>
              <a:t>Core Capabilities Validated; Ready for Scaled Operation</a:t>
            </a:r>
            <a:endParaRPr lang="en-US" altLang="zh-CN" sz="3200" b="1" dirty="0">
              <a:solidFill>
                <a:srgbClr val="595959"/>
              </a:solidFill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75487" y="1248353"/>
            <a:ext cx="9784080" cy="33861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End-to-end processing covers intake, parsing, AI understanding, classification, and structured curation.</a:t>
            </a:r>
            <a:endParaRPr sz="1400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EE993498-A085-603A-0BDA-A0B1894F0A8B}"/>
              </a:ext>
            </a:extLst>
          </p:cNvPr>
          <p:cNvGrpSpPr/>
          <p:nvPr/>
        </p:nvGrpSpPr>
        <p:grpSpPr>
          <a:xfrm>
            <a:off x="493776" y="2048256"/>
            <a:ext cx="1335024" cy="1060704"/>
            <a:chOff x="493776" y="2048256"/>
            <a:chExt cx="1335024" cy="1060704"/>
          </a:xfrm>
        </p:grpSpPr>
        <p:sp>
          <p:nvSpPr>
            <p:cNvPr id="6" name="Rectangle 5"/>
            <p:cNvSpPr/>
            <p:nvPr/>
          </p:nvSpPr>
          <p:spPr>
            <a:xfrm>
              <a:off x="493776" y="2048256"/>
              <a:ext cx="1335024" cy="1060704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D2D2D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493776" y="2048256"/>
              <a:ext cx="1335024" cy="91440"/>
            </a:xfrm>
            <a:prstGeom prst="rect">
              <a:avLst/>
            </a:prstGeom>
            <a:solidFill>
              <a:srgbClr val="FA0505"/>
            </a:solidFill>
            <a:ln>
              <a:solidFill>
                <a:srgbClr val="FA050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40080" y="2240280"/>
              <a:ext cx="384048" cy="193899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l"/>
              <a:r>
                <a:rPr sz="900" b="1">
                  <a:solidFill>
                    <a:srgbClr val="FA0505"/>
                  </a:solidFill>
                  <a:latin typeface="+mn-ea"/>
                  <a:ea typeface="+mn-ea"/>
                </a:rPr>
                <a:t>01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40080" y="2496312"/>
              <a:ext cx="1033271" cy="240066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l"/>
              <a:r>
                <a:rPr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Lark</a:t>
              </a:r>
              <a:r>
                <a:rPr sz="1200" b="1" dirty="0">
                  <a:solidFill>
                    <a:srgbClr val="2D2D2D"/>
                  </a:solidFill>
                  <a:ea typeface="+mn-ea"/>
                  <a:cs typeface="Arial" panose="020B0604020202020204" pitchFamily="34" charset="0"/>
                </a:rPr>
                <a:t> </a:t>
              </a:r>
              <a:r>
                <a:rPr 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W</a:t>
              </a:r>
              <a:r>
                <a:rPr lang="en-US" altLang="zh-CN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iki</a:t>
              </a:r>
              <a:endParaRPr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40080" y="2779776"/>
              <a:ext cx="1033271" cy="209288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l"/>
              <a:r>
                <a:rPr lang="zh-CN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cs typeface="Arial" panose="020B0604020202020204" pitchFamily="34" charset="0"/>
                </a:rPr>
                <a:t>Info</a:t>
              </a:r>
              <a:r>
                <a:rPr lang="zh-CN" altLang="en-US" sz="1000" dirty="0">
                  <a:solidFill>
                    <a:srgbClr val="585858"/>
                  </a:solidFill>
                  <a:latin typeface="+mn-lt"/>
                  <a:ea typeface="+mn-ea"/>
                </a:rPr>
                <a:t> </a:t>
              </a:r>
              <a:r>
                <a:rPr lang="zh-CN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cs typeface="Arial" panose="020B0604020202020204" pitchFamily="34" charset="0"/>
                </a:rPr>
                <a:t>Access</a:t>
              </a:r>
              <a:endParaRPr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endParaRPr>
            </a:p>
          </p:txBody>
        </p:sp>
      </p:grpSp>
      <p:cxnSp>
        <p:nvCxnSpPr>
          <p:cNvPr id="11" name="Connector 10"/>
          <p:cNvCxnSpPr/>
          <p:nvPr/>
        </p:nvCxnSpPr>
        <p:spPr>
          <a:xfrm>
            <a:off x="1828800" y="2578608"/>
            <a:ext cx="283464" cy="0"/>
          </a:xfrm>
          <a:prstGeom prst="line">
            <a:avLst/>
          </a:prstGeom>
          <a:ln w="17780">
            <a:solidFill>
              <a:srgbClr val="FA0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80F8ECDE-4347-5E68-8F35-06E6E4449B66}"/>
              </a:ext>
            </a:extLst>
          </p:cNvPr>
          <p:cNvGrpSpPr/>
          <p:nvPr/>
        </p:nvGrpSpPr>
        <p:grpSpPr>
          <a:xfrm>
            <a:off x="2121408" y="2048256"/>
            <a:ext cx="1335024" cy="1060704"/>
            <a:chOff x="2121408" y="2048256"/>
            <a:chExt cx="1335024" cy="1060704"/>
          </a:xfrm>
        </p:grpSpPr>
        <p:sp>
          <p:nvSpPr>
            <p:cNvPr id="12" name="Rectangle 11"/>
            <p:cNvSpPr/>
            <p:nvPr/>
          </p:nvSpPr>
          <p:spPr>
            <a:xfrm>
              <a:off x="2121408" y="2048256"/>
              <a:ext cx="1335024" cy="1060704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D2D2D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121408" y="2048256"/>
              <a:ext cx="1335024" cy="91440"/>
            </a:xfrm>
            <a:prstGeom prst="rect">
              <a:avLst/>
            </a:prstGeom>
            <a:solidFill>
              <a:srgbClr val="280078"/>
            </a:solidFill>
            <a:ln>
              <a:solidFill>
                <a:srgbClr val="28007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267712" y="2240280"/>
              <a:ext cx="384048" cy="193899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l"/>
              <a:r>
                <a:rPr sz="900" b="1">
                  <a:solidFill>
                    <a:srgbClr val="FA0505"/>
                  </a:solidFill>
                  <a:latin typeface="+mn-ea"/>
                  <a:ea typeface="+mn-ea"/>
                </a:rPr>
                <a:t>02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267712" y="2496312"/>
              <a:ext cx="1033271" cy="240066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l"/>
              <a:r>
                <a:rPr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SCAN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267712" y="2779776"/>
              <a:ext cx="1179575" cy="209288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l"/>
              <a:r>
                <a:rPr lang="zh-CN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cs typeface="Arial" panose="020B0604020202020204" pitchFamily="34" charset="0"/>
                </a:rPr>
                <a:t>Attachment</a:t>
              </a:r>
              <a:r>
                <a:rPr lang="zh-CN" altLang="en-US" sz="1000" dirty="0">
                  <a:solidFill>
                    <a:srgbClr val="585858"/>
                  </a:solidFill>
                  <a:latin typeface="+mn-lt"/>
                  <a:ea typeface="+mn-ea"/>
                </a:rPr>
                <a:t> </a:t>
              </a:r>
              <a:r>
                <a:rPr lang="zh-CN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cs typeface="Arial" panose="020B0604020202020204" pitchFamily="34" charset="0"/>
                </a:rPr>
                <a:t>Scan</a:t>
              </a:r>
              <a:endParaRPr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endParaRPr>
            </a:p>
          </p:txBody>
        </p:sp>
      </p:grpSp>
      <p:cxnSp>
        <p:nvCxnSpPr>
          <p:cNvPr id="17" name="Connector 16"/>
          <p:cNvCxnSpPr/>
          <p:nvPr/>
        </p:nvCxnSpPr>
        <p:spPr>
          <a:xfrm>
            <a:off x="3456432" y="2578608"/>
            <a:ext cx="283464" cy="0"/>
          </a:xfrm>
          <a:prstGeom prst="line">
            <a:avLst/>
          </a:prstGeom>
          <a:ln w="17780">
            <a:solidFill>
              <a:srgbClr val="FA0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8" name="组合 67">
            <a:extLst>
              <a:ext uri="{FF2B5EF4-FFF2-40B4-BE49-F238E27FC236}">
                <a16:creationId xmlns:a16="http://schemas.microsoft.com/office/drawing/2014/main" id="{0B987F07-8B39-205C-F242-695C6EAD9446}"/>
              </a:ext>
            </a:extLst>
          </p:cNvPr>
          <p:cNvGrpSpPr/>
          <p:nvPr/>
        </p:nvGrpSpPr>
        <p:grpSpPr>
          <a:xfrm>
            <a:off x="3749039" y="2048256"/>
            <a:ext cx="1335024" cy="1060704"/>
            <a:chOff x="3749039" y="2048256"/>
            <a:chExt cx="1335024" cy="1060704"/>
          </a:xfrm>
        </p:grpSpPr>
        <p:sp>
          <p:nvSpPr>
            <p:cNvPr id="18" name="Rectangle 17"/>
            <p:cNvSpPr/>
            <p:nvPr/>
          </p:nvSpPr>
          <p:spPr>
            <a:xfrm>
              <a:off x="3749039" y="2048256"/>
              <a:ext cx="1335024" cy="1060704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D2D2D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3749039" y="2048256"/>
              <a:ext cx="1335024" cy="91440"/>
            </a:xfrm>
            <a:prstGeom prst="rect">
              <a:avLst/>
            </a:prstGeom>
            <a:solidFill>
              <a:srgbClr val="280078"/>
            </a:solidFill>
            <a:ln>
              <a:solidFill>
                <a:srgbClr val="28007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895344" y="2240280"/>
              <a:ext cx="384048" cy="193899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l"/>
              <a:r>
                <a:rPr sz="900" b="1">
                  <a:solidFill>
                    <a:srgbClr val="FA0505"/>
                  </a:solidFill>
                  <a:latin typeface="+mn-ea"/>
                  <a:ea typeface="+mn-ea"/>
                </a:rPr>
                <a:t>03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895344" y="2496312"/>
              <a:ext cx="1033271" cy="240066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l"/>
              <a:r>
                <a:rPr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EXTRACT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895344" y="2779776"/>
              <a:ext cx="1033271" cy="209288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l"/>
              <a:r>
                <a:rPr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cs typeface="Arial" panose="020B0604020202020204" pitchFamily="34" charset="0"/>
                </a:rPr>
                <a:t>Content</a:t>
              </a:r>
              <a:r>
                <a:rPr sz="1000" b="0" dirty="0">
                  <a:solidFill>
                    <a:srgbClr val="585858"/>
                  </a:solidFill>
                  <a:latin typeface="+mn-lt"/>
                  <a:ea typeface="+mn-ea"/>
                </a:rPr>
                <a:t> </a:t>
              </a:r>
              <a:r>
                <a:rPr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cs typeface="Arial" panose="020B0604020202020204" pitchFamily="34" charset="0"/>
                </a:rPr>
                <a:t>Parsing</a:t>
              </a:r>
            </a:p>
          </p:txBody>
        </p:sp>
      </p:grpSp>
      <p:cxnSp>
        <p:nvCxnSpPr>
          <p:cNvPr id="23" name="Connector 22"/>
          <p:cNvCxnSpPr/>
          <p:nvPr/>
        </p:nvCxnSpPr>
        <p:spPr>
          <a:xfrm>
            <a:off x="5084064" y="2578608"/>
            <a:ext cx="283463" cy="0"/>
          </a:xfrm>
          <a:prstGeom prst="line">
            <a:avLst/>
          </a:prstGeom>
          <a:ln w="17780">
            <a:solidFill>
              <a:srgbClr val="FA0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9" name="组合 68">
            <a:extLst>
              <a:ext uri="{FF2B5EF4-FFF2-40B4-BE49-F238E27FC236}">
                <a16:creationId xmlns:a16="http://schemas.microsoft.com/office/drawing/2014/main" id="{5AEE0949-CF44-9AFD-E3A3-C100F75B5E99}"/>
              </a:ext>
            </a:extLst>
          </p:cNvPr>
          <p:cNvGrpSpPr/>
          <p:nvPr/>
        </p:nvGrpSpPr>
        <p:grpSpPr>
          <a:xfrm>
            <a:off x="5376672" y="2048256"/>
            <a:ext cx="1344167" cy="1060704"/>
            <a:chOff x="5376672" y="2048256"/>
            <a:chExt cx="1344167" cy="1060704"/>
          </a:xfrm>
        </p:grpSpPr>
        <p:sp>
          <p:nvSpPr>
            <p:cNvPr id="24" name="Rectangle 23"/>
            <p:cNvSpPr/>
            <p:nvPr/>
          </p:nvSpPr>
          <p:spPr>
            <a:xfrm>
              <a:off x="5376672" y="2048256"/>
              <a:ext cx="1335024" cy="1060704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D2D2D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5376672" y="2048256"/>
              <a:ext cx="1335024" cy="91440"/>
            </a:xfrm>
            <a:prstGeom prst="rect">
              <a:avLst/>
            </a:prstGeom>
            <a:solidFill>
              <a:srgbClr val="280078"/>
            </a:solidFill>
            <a:ln>
              <a:solidFill>
                <a:srgbClr val="28007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522976" y="2240280"/>
              <a:ext cx="384048" cy="193899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l"/>
              <a:r>
                <a:rPr sz="900" b="1">
                  <a:solidFill>
                    <a:srgbClr val="FA0505"/>
                  </a:solidFill>
                  <a:latin typeface="+mn-ea"/>
                  <a:ea typeface="+mn-ea"/>
                </a:rPr>
                <a:t>04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5522976" y="2496312"/>
              <a:ext cx="1033271" cy="240066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l"/>
              <a:r>
                <a:rPr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ATTACH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5513832" y="2795165"/>
              <a:ext cx="1207007" cy="193899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l"/>
              <a:r>
                <a:rPr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cs typeface="Arial" panose="020B0604020202020204" pitchFamily="34" charset="0"/>
                </a:rPr>
                <a:t>Attachment</a:t>
              </a:r>
              <a:r>
                <a:rPr sz="900" b="0" dirty="0">
                  <a:solidFill>
                    <a:srgbClr val="585858"/>
                  </a:solidFill>
                  <a:latin typeface="+mn-lt"/>
                  <a:ea typeface="+mn-ea"/>
                </a:rPr>
                <a:t> </a:t>
              </a:r>
              <a:r>
                <a:rPr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cs typeface="Arial" panose="020B0604020202020204" pitchFamily="34" charset="0"/>
                </a:rPr>
                <a:t>Extraction</a:t>
              </a:r>
            </a:p>
          </p:txBody>
        </p:sp>
      </p:grpSp>
      <p:cxnSp>
        <p:nvCxnSpPr>
          <p:cNvPr id="29" name="Connector 28"/>
          <p:cNvCxnSpPr/>
          <p:nvPr/>
        </p:nvCxnSpPr>
        <p:spPr>
          <a:xfrm>
            <a:off x="6711696" y="2578608"/>
            <a:ext cx="283464" cy="0"/>
          </a:xfrm>
          <a:prstGeom prst="line">
            <a:avLst/>
          </a:prstGeom>
          <a:ln w="17780">
            <a:solidFill>
              <a:srgbClr val="FA0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823FF996-3485-4444-2DDC-FC353DEF004F}"/>
              </a:ext>
            </a:extLst>
          </p:cNvPr>
          <p:cNvGrpSpPr/>
          <p:nvPr/>
        </p:nvGrpSpPr>
        <p:grpSpPr>
          <a:xfrm>
            <a:off x="7004304" y="2048256"/>
            <a:ext cx="1335024" cy="1060704"/>
            <a:chOff x="7004304" y="2048256"/>
            <a:chExt cx="1335024" cy="1060704"/>
          </a:xfrm>
        </p:grpSpPr>
        <p:sp>
          <p:nvSpPr>
            <p:cNvPr id="30" name="Rectangle 29"/>
            <p:cNvSpPr/>
            <p:nvPr/>
          </p:nvSpPr>
          <p:spPr>
            <a:xfrm>
              <a:off x="7004304" y="2048256"/>
              <a:ext cx="1335024" cy="1060704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D2D2D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7004304" y="2048256"/>
              <a:ext cx="1335024" cy="91440"/>
            </a:xfrm>
            <a:prstGeom prst="rect">
              <a:avLst/>
            </a:prstGeom>
            <a:solidFill>
              <a:srgbClr val="280078"/>
            </a:solidFill>
            <a:ln>
              <a:solidFill>
                <a:srgbClr val="28007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7150608" y="2240280"/>
              <a:ext cx="384048" cy="193899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l"/>
              <a:r>
                <a:rPr sz="900" b="1">
                  <a:solidFill>
                    <a:srgbClr val="FA0505"/>
                  </a:solidFill>
                  <a:latin typeface="+mn-ea"/>
                  <a:ea typeface="+mn-ea"/>
                </a:rPr>
                <a:t>05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7150608" y="2496312"/>
              <a:ext cx="1033271" cy="240066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l"/>
              <a:r>
                <a:rPr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AI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7150608" y="2779776"/>
              <a:ext cx="1033271" cy="209288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l"/>
              <a:r>
                <a:rPr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cs typeface="Arial" panose="020B0604020202020204" pitchFamily="34" charset="0"/>
                </a:rPr>
                <a:t>Semantic</a:t>
              </a:r>
              <a:r>
                <a:rPr sz="1000" b="0" dirty="0">
                  <a:solidFill>
                    <a:srgbClr val="585858"/>
                  </a:solidFill>
                  <a:latin typeface="+mn-lt"/>
                  <a:ea typeface="+mn-ea"/>
                </a:rPr>
                <a:t> </a:t>
              </a:r>
              <a:r>
                <a:rPr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cs typeface="Arial" panose="020B0604020202020204" pitchFamily="34" charset="0"/>
                </a:rPr>
                <a:t>Review</a:t>
              </a:r>
            </a:p>
          </p:txBody>
        </p:sp>
      </p:grpSp>
      <p:cxnSp>
        <p:nvCxnSpPr>
          <p:cNvPr id="35" name="Connector 34"/>
          <p:cNvCxnSpPr/>
          <p:nvPr/>
        </p:nvCxnSpPr>
        <p:spPr>
          <a:xfrm>
            <a:off x="8339328" y="2578608"/>
            <a:ext cx="283464" cy="0"/>
          </a:xfrm>
          <a:prstGeom prst="line">
            <a:avLst/>
          </a:prstGeom>
          <a:ln w="17780">
            <a:solidFill>
              <a:srgbClr val="FA0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989EB3B1-284B-CE3E-2852-2BDFFF5B090D}"/>
              </a:ext>
            </a:extLst>
          </p:cNvPr>
          <p:cNvGrpSpPr/>
          <p:nvPr/>
        </p:nvGrpSpPr>
        <p:grpSpPr>
          <a:xfrm>
            <a:off x="8631936" y="2048256"/>
            <a:ext cx="1335024" cy="1060704"/>
            <a:chOff x="8631936" y="2048256"/>
            <a:chExt cx="1335024" cy="1060704"/>
          </a:xfrm>
        </p:grpSpPr>
        <p:sp>
          <p:nvSpPr>
            <p:cNvPr id="36" name="Rectangle 35"/>
            <p:cNvSpPr/>
            <p:nvPr/>
          </p:nvSpPr>
          <p:spPr>
            <a:xfrm>
              <a:off x="8631936" y="2048256"/>
              <a:ext cx="1335024" cy="1060704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D2D2D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8631936" y="2048256"/>
              <a:ext cx="1335024" cy="91440"/>
            </a:xfrm>
            <a:prstGeom prst="rect">
              <a:avLst/>
            </a:prstGeom>
            <a:solidFill>
              <a:srgbClr val="280078"/>
            </a:solidFill>
            <a:ln>
              <a:solidFill>
                <a:srgbClr val="28007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8778240" y="2240280"/>
              <a:ext cx="384048" cy="193899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l"/>
              <a:r>
                <a:rPr sz="900" b="1">
                  <a:solidFill>
                    <a:srgbClr val="FA0505"/>
                  </a:solidFill>
                  <a:latin typeface="+mn-ea"/>
                  <a:ea typeface="+mn-ea"/>
                </a:rPr>
                <a:t>06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8778240" y="2496312"/>
              <a:ext cx="1033271" cy="240066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l"/>
              <a:r>
                <a:rPr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CLASSIFY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8778240" y="2779776"/>
              <a:ext cx="1033271" cy="209288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l"/>
              <a:r>
                <a:rPr 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cs typeface="Arial" panose="020B0604020202020204" pitchFamily="34" charset="0"/>
                </a:rPr>
                <a:t>AI</a:t>
              </a:r>
              <a:r>
                <a:rPr lang="en-US" sz="1000" b="0" dirty="0">
                  <a:solidFill>
                    <a:srgbClr val="585858"/>
                  </a:solidFill>
                  <a:latin typeface="+mn-lt"/>
                  <a:ea typeface="+mn-ea"/>
                </a:rPr>
                <a:t> </a:t>
              </a:r>
              <a:r>
                <a:rPr 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cs typeface="Arial" panose="020B0604020202020204" pitchFamily="34" charset="0"/>
                </a:rPr>
                <a:t>Classification</a:t>
              </a:r>
              <a:endParaRPr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endParaRPr>
            </a:p>
          </p:txBody>
        </p:sp>
      </p:grpSp>
      <p:cxnSp>
        <p:nvCxnSpPr>
          <p:cNvPr id="41" name="Connector 40"/>
          <p:cNvCxnSpPr/>
          <p:nvPr/>
        </p:nvCxnSpPr>
        <p:spPr>
          <a:xfrm>
            <a:off x="9966960" y="2578608"/>
            <a:ext cx="283464" cy="0"/>
          </a:xfrm>
          <a:prstGeom prst="line">
            <a:avLst/>
          </a:prstGeom>
          <a:ln w="17780">
            <a:solidFill>
              <a:srgbClr val="FA05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65FD0BDD-81ED-E816-319C-37D9C4FA6BB3}"/>
              </a:ext>
            </a:extLst>
          </p:cNvPr>
          <p:cNvGrpSpPr/>
          <p:nvPr/>
        </p:nvGrpSpPr>
        <p:grpSpPr>
          <a:xfrm>
            <a:off x="10259567" y="2048256"/>
            <a:ext cx="1335024" cy="1060704"/>
            <a:chOff x="10259567" y="2048256"/>
            <a:chExt cx="1335024" cy="1060704"/>
          </a:xfrm>
        </p:grpSpPr>
        <p:sp>
          <p:nvSpPr>
            <p:cNvPr id="42" name="Rectangle 41"/>
            <p:cNvSpPr/>
            <p:nvPr/>
          </p:nvSpPr>
          <p:spPr>
            <a:xfrm>
              <a:off x="10259567" y="2048256"/>
              <a:ext cx="1335024" cy="1060704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D2D2D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10259567" y="2048256"/>
              <a:ext cx="1335024" cy="91440"/>
            </a:xfrm>
            <a:prstGeom prst="rect">
              <a:avLst/>
            </a:prstGeom>
            <a:solidFill>
              <a:srgbClr val="FA0505"/>
            </a:solidFill>
            <a:ln>
              <a:solidFill>
                <a:srgbClr val="FA050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10405872" y="2240280"/>
              <a:ext cx="384048" cy="193899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l"/>
              <a:r>
                <a:rPr sz="900" b="1">
                  <a:solidFill>
                    <a:srgbClr val="FA0505"/>
                  </a:solidFill>
                  <a:latin typeface="+mn-ea"/>
                  <a:ea typeface="+mn-ea"/>
                </a:rPr>
                <a:t>07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10405872" y="2496312"/>
              <a:ext cx="1033271" cy="240066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l"/>
              <a:r>
                <a:rPr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STRUCTURE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10405872" y="2779776"/>
              <a:ext cx="1033271" cy="209288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l"/>
              <a:r>
                <a:rPr lang="zh-CN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cs typeface="Arial" panose="020B0604020202020204" pitchFamily="34" charset="0"/>
                </a:rPr>
                <a:t>Structured</a:t>
              </a:r>
              <a:r>
                <a:rPr lang="zh-CN" altLang="en-US" sz="1000" b="0" dirty="0">
                  <a:solidFill>
                    <a:srgbClr val="585858"/>
                  </a:solidFill>
                  <a:latin typeface="+mn-lt"/>
                  <a:ea typeface="+mn-ea"/>
                </a:rPr>
                <a:t> KB</a:t>
              </a:r>
              <a:endParaRPr sz="1000" b="0" dirty="0">
                <a:solidFill>
                  <a:srgbClr val="585858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47" name="Rectangle 46"/>
          <p:cNvSpPr/>
          <p:nvPr/>
        </p:nvSpPr>
        <p:spPr>
          <a:xfrm>
            <a:off x="493776" y="3703320"/>
            <a:ext cx="11100816" cy="1217471"/>
          </a:xfrm>
          <a:prstGeom prst="rect">
            <a:avLst/>
          </a:prstGeom>
          <a:solidFill>
            <a:srgbClr val="F4F5F8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FB2D1A7A-444D-9A10-4786-F3941F4CC0FA}"/>
              </a:ext>
            </a:extLst>
          </p:cNvPr>
          <p:cNvGrpSpPr/>
          <p:nvPr/>
        </p:nvGrpSpPr>
        <p:grpSpPr>
          <a:xfrm>
            <a:off x="704088" y="3913632"/>
            <a:ext cx="1828800" cy="246888"/>
            <a:chOff x="704088" y="3913632"/>
            <a:chExt cx="1828800" cy="246888"/>
          </a:xfrm>
        </p:grpSpPr>
        <p:sp>
          <p:nvSpPr>
            <p:cNvPr id="48" name="Rectangle 47"/>
            <p:cNvSpPr/>
            <p:nvPr/>
          </p:nvSpPr>
          <p:spPr>
            <a:xfrm>
              <a:off x="704088" y="3913632"/>
              <a:ext cx="1828800" cy="246888"/>
            </a:xfrm>
            <a:prstGeom prst="rect">
              <a:avLst/>
            </a:prstGeom>
            <a:solidFill>
              <a:srgbClr val="280078"/>
            </a:solidFill>
            <a:ln>
              <a:solidFill>
                <a:srgbClr val="28007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704088" y="3940127"/>
              <a:ext cx="1828800" cy="193899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/>
            <a:p>
              <a:pPr algn="ctr"/>
              <a:r>
                <a:rPr sz="900" b="1" dirty="0">
                  <a:solidFill>
                    <a:schemeClr val="bg1"/>
                  </a:solidFill>
                  <a:latin typeface="+mn-lt"/>
                  <a:cs typeface="Arial" panose="020B0604020202020204" pitchFamily="34" charset="0"/>
                </a:rPr>
                <a:t>VERIFIED</a:t>
              </a:r>
              <a:r>
                <a:rPr sz="900" b="1" dirty="0">
                  <a:solidFill>
                    <a:schemeClr val="bg1"/>
                  </a:solidFill>
                  <a:latin typeface="+mn-lt"/>
                  <a:ea typeface="+mn-ea"/>
                </a:rPr>
                <a:t> </a:t>
              </a:r>
              <a:r>
                <a:rPr sz="900" b="1" dirty="0">
                  <a:solidFill>
                    <a:schemeClr val="bg1"/>
                  </a:solidFill>
                  <a:latin typeface="+mn-lt"/>
                  <a:cs typeface="Arial" panose="020B0604020202020204" pitchFamily="34" charset="0"/>
                </a:rPr>
                <a:t>CAPABILITIES</a:t>
              </a:r>
            </a:p>
          </p:txBody>
        </p:sp>
      </p:grpSp>
      <p:grpSp>
        <p:nvGrpSpPr>
          <p:cNvPr id="73" name="组合 72">
            <a:extLst>
              <a:ext uri="{FF2B5EF4-FFF2-40B4-BE49-F238E27FC236}">
                <a16:creationId xmlns:a16="http://schemas.microsoft.com/office/drawing/2014/main" id="{96D88DF1-1569-9E2F-0867-E04D5B20171F}"/>
              </a:ext>
            </a:extLst>
          </p:cNvPr>
          <p:cNvGrpSpPr/>
          <p:nvPr/>
        </p:nvGrpSpPr>
        <p:grpSpPr>
          <a:xfrm>
            <a:off x="713232" y="4403139"/>
            <a:ext cx="1283541" cy="257699"/>
            <a:chOff x="731520" y="4294871"/>
            <a:chExt cx="1200073" cy="257699"/>
          </a:xfrm>
        </p:grpSpPr>
        <p:sp>
          <p:nvSpPr>
            <p:cNvPr id="50" name="Oval 49"/>
            <p:cNvSpPr/>
            <p:nvPr/>
          </p:nvSpPr>
          <p:spPr>
            <a:xfrm>
              <a:off x="731520" y="4398264"/>
              <a:ext cx="91440" cy="91440"/>
            </a:xfrm>
            <a:prstGeom prst="ellipse">
              <a:avLst/>
            </a:prstGeom>
            <a:solidFill>
              <a:srgbClr val="FA0505"/>
            </a:solidFill>
            <a:ln>
              <a:solidFill>
                <a:srgbClr val="FA050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905255" y="4294871"/>
              <a:ext cx="1026338" cy="257699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Lark </a:t>
              </a:r>
              <a:r>
                <a:rPr lang="en-US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Wiki </a:t>
              </a:r>
              <a:r>
                <a:rPr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Access</a:t>
              </a:r>
            </a:p>
          </p:txBody>
        </p:sp>
      </p:grp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B151218F-395E-F40D-8FFA-DDFFEF996A8C}"/>
              </a:ext>
            </a:extLst>
          </p:cNvPr>
          <p:cNvGrpSpPr/>
          <p:nvPr/>
        </p:nvGrpSpPr>
        <p:grpSpPr>
          <a:xfrm>
            <a:off x="2291522" y="4403139"/>
            <a:ext cx="2071689" cy="257699"/>
            <a:chOff x="3050514" y="4294871"/>
            <a:chExt cx="1936833" cy="257699"/>
          </a:xfrm>
        </p:grpSpPr>
        <p:sp>
          <p:nvSpPr>
            <p:cNvPr id="52" name="Oval 51"/>
            <p:cNvSpPr/>
            <p:nvPr/>
          </p:nvSpPr>
          <p:spPr>
            <a:xfrm>
              <a:off x="3050514" y="4398264"/>
              <a:ext cx="91440" cy="91440"/>
            </a:xfrm>
            <a:prstGeom prst="ellipse">
              <a:avLst/>
            </a:prstGeom>
            <a:solidFill>
              <a:srgbClr val="FA0505"/>
            </a:solidFill>
            <a:ln>
              <a:solidFill>
                <a:srgbClr val="FA050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3224251" y="4294871"/>
              <a:ext cx="1763096" cy="257699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cs typeface="Arial" panose="020B0604020202020204" pitchFamily="34" charset="0"/>
                </a:rPr>
                <a:t>Automated Document Parsing</a:t>
              </a:r>
              <a:endParaRPr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endParaRPr>
            </a:p>
          </p:txBody>
        </p:sp>
      </p:grp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FBD79AF7-6C78-F684-2936-0B2D31C2C986}"/>
              </a:ext>
            </a:extLst>
          </p:cNvPr>
          <p:cNvGrpSpPr/>
          <p:nvPr/>
        </p:nvGrpSpPr>
        <p:grpSpPr>
          <a:xfrm>
            <a:off x="4634807" y="4403139"/>
            <a:ext cx="2341265" cy="257699"/>
            <a:chOff x="4275810" y="4295240"/>
            <a:chExt cx="2341265" cy="257699"/>
          </a:xfrm>
        </p:grpSpPr>
        <p:sp>
          <p:nvSpPr>
            <p:cNvPr id="54" name="Oval 53"/>
            <p:cNvSpPr/>
            <p:nvPr/>
          </p:nvSpPr>
          <p:spPr>
            <a:xfrm>
              <a:off x="4275810" y="4398264"/>
              <a:ext cx="91440" cy="91440"/>
            </a:xfrm>
            <a:prstGeom prst="ellipse">
              <a:avLst/>
            </a:prstGeom>
            <a:solidFill>
              <a:srgbClr val="FA0505"/>
            </a:solidFill>
            <a:ln>
              <a:solidFill>
                <a:srgbClr val="FA050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4444573" y="4295240"/>
              <a:ext cx="2172502" cy="257699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cs typeface="Arial" panose="020B0604020202020204" pitchFamily="34" charset="0"/>
                </a:rPr>
                <a:t>Automated Attachment Extraction</a:t>
              </a:r>
              <a:endParaRPr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endParaRPr>
            </a:p>
          </p:txBody>
        </p:sp>
      </p:grp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B2BC9ED7-62B7-0A5C-CABE-2B5A8F53AFF0}"/>
              </a:ext>
            </a:extLst>
          </p:cNvPr>
          <p:cNvGrpSpPr/>
          <p:nvPr/>
        </p:nvGrpSpPr>
        <p:grpSpPr>
          <a:xfrm>
            <a:off x="7147759" y="4403139"/>
            <a:ext cx="2285801" cy="257699"/>
            <a:chOff x="5596128" y="4297298"/>
            <a:chExt cx="2285801" cy="257699"/>
          </a:xfrm>
        </p:grpSpPr>
        <p:sp>
          <p:nvSpPr>
            <p:cNvPr id="56" name="Oval 55"/>
            <p:cNvSpPr/>
            <p:nvPr/>
          </p:nvSpPr>
          <p:spPr>
            <a:xfrm>
              <a:off x="5596128" y="4398264"/>
              <a:ext cx="91440" cy="91440"/>
            </a:xfrm>
            <a:prstGeom prst="ellipse">
              <a:avLst/>
            </a:prstGeom>
            <a:solidFill>
              <a:srgbClr val="FA0505"/>
            </a:solidFill>
            <a:ln>
              <a:solidFill>
                <a:srgbClr val="FA050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5767864" y="4297298"/>
              <a:ext cx="2114065" cy="257699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Word / PDF / PPT Content Parsing</a:t>
              </a:r>
            </a:p>
          </p:txBody>
        </p:sp>
      </p:grpSp>
      <p:grpSp>
        <p:nvGrpSpPr>
          <p:cNvPr id="77" name="组合 76">
            <a:extLst>
              <a:ext uri="{FF2B5EF4-FFF2-40B4-BE49-F238E27FC236}">
                <a16:creationId xmlns:a16="http://schemas.microsoft.com/office/drawing/2014/main" id="{95DA3FEF-C225-C37F-41E8-54974DE101BB}"/>
              </a:ext>
            </a:extLst>
          </p:cNvPr>
          <p:cNvGrpSpPr/>
          <p:nvPr/>
        </p:nvGrpSpPr>
        <p:grpSpPr>
          <a:xfrm>
            <a:off x="9599999" y="4403139"/>
            <a:ext cx="2643816" cy="257699"/>
            <a:chOff x="7820100" y="4285956"/>
            <a:chExt cx="2643816" cy="257699"/>
          </a:xfrm>
        </p:grpSpPr>
        <p:sp>
          <p:nvSpPr>
            <p:cNvPr id="58" name="Oval 57"/>
            <p:cNvSpPr/>
            <p:nvPr/>
          </p:nvSpPr>
          <p:spPr>
            <a:xfrm>
              <a:off x="7820100" y="4398264"/>
              <a:ext cx="91440" cy="91440"/>
            </a:xfrm>
            <a:prstGeom prst="ellipse">
              <a:avLst/>
            </a:prstGeom>
            <a:solidFill>
              <a:srgbClr val="FA0505"/>
            </a:solidFill>
            <a:ln>
              <a:solidFill>
                <a:srgbClr val="FA050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8013324" y="4285956"/>
              <a:ext cx="2450592" cy="257699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AI-based Classification</a:t>
              </a:r>
            </a:p>
          </p:txBody>
        </p:sp>
      </p:grpSp>
      <p:sp>
        <p:nvSpPr>
          <p:cNvPr id="64" name="Rectangle 63"/>
          <p:cNvSpPr/>
          <p:nvPr/>
        </p:nvSpPr>
        <p:spPr>
          <a:xfrm>
            <a:off x="493776" y="5522976"/>
            <a:ext cx="11100816" cy="475488"/>
          </a:xfrm>
          <a:prstGeom prst="rect">
            <a:avLst/>
          </a:prstGeom>
          <a:solidFill>
            <a:srgbClr val="280078"/>
          </a:solidFill>
          <a:ln>
            <a:solidFill>
              <a:srgbClr val="280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713232" y="5611609"/>
            <a:ext cx="10661904" cy="29822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b="1" dirty="0">
                <a:solidFill>
                  <a:schemeClr val="bg1"/>
                </a:solidFill>
                <a:cs typeface="Arial" panose="020B0604020202020204" pitchFamily="34" charset="0"/>
              </a:rPr>
              <a:t>Output: A searchable, classifiable, governable knowledge base that serves as a unified foundation for internal and external AI applications.</a:t>
            </a:r>
            <a:endParaRPr sz="12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65350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89793" y="274176"/>
            <a:ext cx="11456254" cy="48628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lang="zh-CN" altLang="en-US" sz="2800" b="1" dirty="0">
                <a:solidFill>
                  <a:srgbClr val="595959"/>
                </a:solidFill>
                <a:ea typeface="+mn-ea"/>
                <a:cs typeface="Arial" panose="020B0604020202020204" pitchFamily="34" charset="0"/>
              </a:rPr>
              <a:t>Roadmap</a:t>
            </a:r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 </a:t>
            </a:r>
            <a:r>
              <a:rPr lang="zh-CN" altLang="en-US" sz="2800" b="1" dirty="0">
                <a:solidFill>
                  <a:srgbClr val="595959"/>
                </a:solidFill>
                <a:ea typeface="+mn-ea"/>
                <a:cs typeface="Arial" panose="020B0604020202020204" pitchFamily="34" charset="0"/>
              </a:rPr>
              <a:t>| </a:t>
            </a:r>
            <a:r>
              <a:rPr lang="zh-CN" altLang="en-US" sz="2400" b="1" dirty="0">
                <a:solidFill>
                  <a:srgbClr val="595959"/>
                </a:solidFill>
                <a:ea typeface="+mn-ea"/>
                <a:cs typeface="Arial" panose="020B0604020202020204" pitchFamily="34" charset="0"/>
              </a:rPr>
              <a:t>From Full Classification to Continuous Knowledge Governance</a:t>
            </a:r>
            <a:endParaRPr lang="en-US" altLang="zh-CN" sz="2400" b="1" dirty="0">
              <a:solidFill>
                <a:srgbClr val="595959"/>
              </a:solidFill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309293"/>
            <a:ext cx="9418320" cy="33861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rPr>
              <a:t>Testing is complete; full classification is underway; continuous updates and data-quality control will follow.</a:t>
            </a:r>
            <a:endParaRPr sz="14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cs typeface="Arial" panose="020B0604020202020204" pitchFamily="34" charset="0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717804" y="2692738"/>
            <a:ext cx="9793224" cy="0"/>
          </a:xfrm>
          <a:prstGeom prst="line">
            <a:avLst/>
          </a:prstGeom>
          <a:ln w="1524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888236" y="2539935"/>
            <a:ext cx="320040" cy="320040"/>
          </a:xfrm>
          <a:prstGeom prst="ellipse">
            <a:avLst/>
          </a:prstGeom>
          <a:solidFill>
            <a:srgbClr val="1D9767"/>
          </a:solidFill>
          <a:ln>
            <a:solidFill>
              <a:srgbClr val="1D9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85316" y="1897770"/>
            <a:ext cx="1325880" cy="4885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000" b="1" dirty="0">
                <a:solidFill>
                  <a:srgbClr val="1D9767"/>
                </a:solidFill>
                <a:cs typeface="Arial" panose="020B0604020202020204" pitchFamily="34" charset="0"/>
              </a:rPr>
              <a:t>PHASE 1</a:t>
            </a:r>
            <a:endParaRPr lang="en-US" sz="1000" b="1" dirty="0">
              <a:solidFill>
                <a:srgbClr val="1D9767"/>
              </a:solidFill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sz="1000" b="1" dirty="0">
                <a:solidFill>
                  <a:srgbClr val="1D9767"/>
                </a:solidFill>
                <a:cs typeface="Arial" panose="020B0604020202020204" pitchFamily="34" charset="0"/>
              </a:rPr>
              <a:t>May to July</a:t>
            </a:r>
            <a:endParaRPr sz="1000" b="1" dirty="0">
              <a:solidFill>
                <a:srgbClr val="1D9767"/>
              </a:solidFill>
              <a:cs typeface="Arial" panose="020B0604020202020204" pitchFamily="34" charset="0"/>
            </a:endParaRPr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546DE6D7-25FE-502A-B46C-EAC6CC5AC56E}"/>
              </a:ext>
            </a:extLst>
          </p:cNvPr>
          <p:cNvGrpSpPr/>
          <p:nvPr/>
        </p:nvGrpSpPr>
        <p:grpSpPr>
          <a:xfrm>
            <a:off x="640080" y="3049354"/>
            <a:ext cx="2816352" cy="1170432"/>
            <a:chOff x="640080" y="3098035"/>
            <a:chExt cx="2816352" cy="1170432"/>
          </a:xfrm>
        </p:grpSpPr>
        <p:sp>
          <p:nvSpPr>
            <p:cNvPr id="9" name="Rectangle 8"/>
            <p:cNvSpPr/>
            <p:nvPr/>
          </p:nvSpPr>
          <p:spPr>
            <a:xfrm>
              <a:off x="640080" y="3098035"/>
              <a:ext cx="2816352" cy="1170432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D2D2D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640080" y="3098035"/>
              <a:ext cx="2816352" cy="73152"/>
            </a:xfrm>
            <a:prstGeom prst="rect">
              <a:avLst/>
            </a:prstGeom>
            <a:solidFill>
              <a:srgbClr val="1D9767"/>
            </a:solidFill>
            <a:ln>
              <a:solidFill>
                <a:srgbClr val="1D976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59536" y="3354067"/>
              <a:ext cx="2331720" cy="255455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Test</a:t>
              </a:r>
              <a:r>
                <a:rPr lang="zh-CN" altLang="en-US" sz="1300" b="1" dirty="0">
                  <a:solidFill>
                    <a:srgbClr val="2D2D2D"/>
                  </a:solidFill>
                  <a:latin typeface="Microsoft YaHei"/>
                </a:rPr>
                <a:t> </a:t>
              </a:r>
              <a:r>
                <a:rPr lang="zh-CN" alt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Validation</a:t>
              </a:r>
              <a:endParaRPr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59536" y="3765546"/>
              <a:ext cx="2331720" cy="257699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Workflow and classification validated</a:t>
              </a:r>
              <a:endPara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7CA9D23C-9843-A60B-1B31-B86171929948}"/>
              </a:ext>
            </a:extLst>
          </p:cNvPr>
          <p:cNvGrpSpPr/>
          <p:nvPr/>
        </p:nvGrpSpPr>
        <p:grpSpPr>
          <a:xfrm>
            <a:off x="1051560" y="4448386"/>
            <a:ext cx="1993392" cy="274320"/>
            <a:chOff x="1033272" y="4497067"/>
            <a:chExt cx="1993392" cy="274320"/>
          </a:xfrm>
        </p:grpSpPr>
        <p:sp>
          <p:nvSpPr>
            <p:cNvPr id="13" name="Rectangle 12"/>
            <p:cNvSpPr/>
            <p:nvPr/>
          </p:nvSpPr>
          <p:spPr>
            <a:xfrm>
              <a:off x="1033272" y="4497067"/>
              <a:ext cx="1993392" cy="274320"/>
            </a:xfrm>
            <a:prstGeom prst="rect">
              <a:avLst/>
            </a:prstGeom>
            <a:solidFill>
              <a:srgbClr val="1D9767"/>
            </a:solidFill>
            <a:ln>
              <a:solidFill>
                <a:srgbClr val="1D976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033272" y="4514194"/>
              <a:ext cx="1993392" cy="240066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/>
            <a:p>
              <a:pPr algn="ctr"/>
              <a:r>
                <a:rPr sz="1200" b="1" dirty="0">
                  <a:solidFill>
                    <a:schemeClr val="bg1"/>
                  </a:solidFill>
                  <a:cs typeface="Arial" panose="020B0604020202020204" pitchFamily="34" charset="0"/>
                </a:rPr>
                <a:t>COMPLETED</a:t>
              </a:r>
            </a:p>
          </p:txBody>
        </p:sp>
      </p:grpSp>
      <p:sp>
        <p:nvSpPr>
          <p:cNvPr id="15" name="Oval 14"/>
          <p:cNvSpPr/>
          <p:nvPr/>
        </p:nvSpPr>
        <p:spPr>
          <a:xfrm>
            <a:off x="5234940" y="2539935"/>
            <a:ext cx="320040" cy="320040"/>
          </a:xfrm>
          <a:prstGeom prst="ellipse">
            <a:avLst/>
          </a:prstGeom>
          <a:solidFill>
            <a:srgbClr val="00AEEF"/>
          </a:solidFill>
          <a:ln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32020" y="1897770"/>
            <a:ext cx="1325880" cy="4885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000" b="1" dirty="0">
                <a:solidFill>
                  <a:srgbClr val="00AEEF"/>
                </a:solidFill>
                <a:cs typeface="Arial" panose="020B0604020202020204" pitchFamily="34" charset="0"/>
              </a:rPr>
              <a:t>PHASE 2</a:t>
            </a:r>
            <a:endParaRPr lang="en-US" sz="1000" b="1" dirty="0">
              <a:solidFill>
                <a:srgbClr val="00AEEF"/>
              </a:solidFill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sz="1000" b="1" dirty="0">
                <a:solidFill>
                  <a:srgbClr val="00AEEF"/>
                </a:solidFill>
                <a:cs typeface="Arial" panose="020B0604020202020204" pitchFamily="34" charset="0"/>
              </a:rPr>
              <a:t>Jul 11–20</a:t>
            </a:r>
            <a:endParaRPr sz="1000" b="1" dirty="0">
              <a:solidFill>
                <a:srgbClr val="00AEEF"/>
              </a:solidFill>
              <a:cs typeface="Arial" panose="020B0604020202020204" pitchFamily="34" charset="0"/>
            </a:endParaRPr>
          </a:p>
        </p:txBody>
      </p: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29A1C649-2AE2-1A78-5819-19F0C3886E31}"/>
              </a:ext>
            </a:extLst>
          </p:cNvPr>
          <p:cNvGrpSpPr/>
          <p:nvPr/>
        </p:nvGrpSpPr>
        <p:grpSpPr>
          <a:xfrm>
            <a:off x="3986784" y="3049354"/>
            <a:ext cx="2816352" cy="1170432"/>
            <a:chOff x="3986784" y="3098035"/>
            <a:chExt cx="2816352" cy="1170432"/>
          </a:xfrm>
        </p:grpSpPr>
        <p:sp>
          <p:nvSpPr>
            <p:cNvPr id="17" name="Rectangle 16"/>
            <p:cNvSpPr/>
            <p:nvPr/>
          </p:nvSpPr>
          <p:spPr>
            <a:xfrm>
              <a:off x="3986784" y="3098035"/>
              <a:ext cx="2816352" cy="1170432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D2D2D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3986784" y="3098035"/>
              <a:ext cx="2816352" cy="73152"/>
            </a:xfrm>
            <a:prstGeom prst="rect">
              <a:avLst/>
            </a:prstGeom>
            <a:solidFill>
              <a:srgbClr val="00AEEF"/>
            </a:solidFill>
            <a:ln>
              <a:solidFill>
                <a:srgbClr val="00AEE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986784" y="3323945"/>
              <a:ext cx="2816351" cy="298223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20,000+ Document Classification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183380" y="3765545"/>
              <a:ext cx="2331720" cy="257699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Target completion: Jul 20</a:t>
              </a:r>
              <a:endParaRPr sz="10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5532FAD8-0BD0-0177-D8EB-D31371812CEF}"/>
              </a:ext>
            </a:extLst>
          </p:cNvPr>
          <p:cNvGrpSpPr/>
          <p:nvPr/>
        </p:nvGrpSpPr>
        <p:grpSpPr>
          <a:xfrm>
            <a:off x="4398264" y="4448386"/>
            <a:ext cx="1993392" cy="274320"/>
            <a:chOff x="4379976" y="4497067"/>
            <a:chExt cx="1993392" cy="274320"/>
          </a:xfrm>
        </p:grpSpPr>
        <p:sp>
          <p:nvSpPr>
            <p:cNvPr id="21" name="Rectangle 20"/>
            <p:cNvSpPr/>
            <p:nvPr/>
          </p:nvSpPr>
          <p:spPr>
            <a:xfrm>
              <a:off x="4379976" y="4497067"/>
              <a:ext cx="1993392" cy="274320"/>
            </a:xfrm>
            <a:prstGeom prst="rect">
              <a:avLst/>
            </a:prstGeom>
            <a:solidFill>
              <a:srgbClr val="00AEEF"/>
            </a:solidFill>
            <a:ln>
              <a:solidFill>
                <a:srgbClr val="00AEE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4777740" y="4514195"/>
              <a:ext cx="1197864" cy="240066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/>
            <a:p>
              <a:pPr algn="ctr"/>
              <a:r>
                <a:rPr sz="1200" b="1" dirty="0">
                  <a:solidFill>
                    <a:schemeClr val="bg1"/>
                  </a:solidFill>
                  <a:cs typeface="Arial" panose="020B0604020202020204" pitchFamily="34" charset="0"/>
                </a:rPr>
                <a:t>RUNNING</a:t>
              </a:r>
            </a:p>
          </p:txBody>
        </p:sp>
      </p:grpSp>
      <p:sp>
        <p:nvSpPr>
          <p:cNvPr id="23" name="Oval 22"/>
          <p:cNvSpPr/>
          <p:nvPr/>
        </p:nvSpPr>
        <p:spPr>
          <a:xfrm>
            <a:off x="9011411" y="2539935"/>
            <a:ext cx="320040" cy="320040"/>
          </a:xfrm>
          <a:prstGeom prst="ellipse">
            <a:avLst/>
          </a:prstGeom>
          <a:solidFill>
            <a:srgbClr val="280078"/>
          </a:solidFill>
          <a:ln>
            <a:solidFill>
              <a:srgbClr val="280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508491" y="1960448"/>
            <a:ext cx="1325880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000" b="1" dirty="0">
                <a:solidFill>
                  <a:srgbClr val="280078"/>
                </a:solidFill>
                <a:cs typeface="Arial" panose="020B0604020202020204" pitchFamily="34" charset="0"/>
              </a:rPr>
              <a:t>PHASE</a:t>
            </a:r>
            <a:r>
              <a:rPr sz="1000" b="1" dirty="0">
                <a:solidFill>
                  <a:srgbClr val="280078"/>
                </a:solidFill>
                <a:latin typeface="Arial"/>
              </a:rPr>
              <a:t> </a:t>
            </a:r>
            <a:r>
              <a:rPr sz="1000" b="1" dirty="0">
                <a:solidFill>
                  <a:srgbClr val="280078"/>
                </a:solidFill>
                <a:cs typeface="Arial" panose="020B0604020202020204" pitchFamily="34" charset="0"/>
              </a:rPr>
              <a:t>3</a:t>
            </a:r>
            <a:endParaRPr lang="en-US" sz="1000" b="1" dirty="0">
              <a:solidFill>
                <a:srgbClr val="280078"/>
              </a:solidFill>
              <a:cs typeface="Arial" panose="020B0604020202020204" pitchFamily="34" charset="0"/>
            </a:endParaRPr>
          </a:p>
          <a:p>
            <a:pPr algn="ctr"/>
            <a:r>
              <a:rPr lang="en-US" sz="1000" b="1" dirty="0">
                <a:solidFill>
                  <a:srgbClr val="280078"/>
                </a:solidFill>
                <a:cs typeface="Arial" panose="020B0604020202020204" pitchFamily="34" charset="0"/>
              </a:rPr>
              <a:t>From</a:t>
            </a:r>
            <a:r>
              <a:rPr lang="en-US" sz="1000" b="1" dirty="0">
                <a:solidFill>
                  <a:srgbClr val="280078"/>
                </a:solidFill>
                <a:latin typeface="Arial"/>
              </a:rPr>
              <a:t> </a:t>
            </a:r>
            <a:r>
              <a:rPr lang="en-US" sz="1000" b="1" dirty="0">
                <a:solidFill>
                  <a:srgbClr val="280078"/>
                </a:solidFill>
                <a:cs typeface="Arial" panose="020B0604020202020204" pitchFamily="34" charset="0"/>
              </a:rPr>
              <a:t>Jul</a:t>
            </a:r>
            <a:r>
              <a:rPr lang="en-US" sz="1000" b="1" dirty="0">
                <a:solidFill>
                  <a:srgbClr val="280078"/>
                </a:solidFill>
                <a:latin typeface="Arial"/>
              </a:rPr>
              <a:t> </a:t>
            </a:r>
            <a:r>
              <a:rPr lang="en-US" sz="1000" b="1" dirty="0">
                <a:solidFill>
                  <a:srgbClr val="280078"/>
                </a:solidFill>
                <a:cs typeface="Arial" panose="020B0604020202020204" pitchFamily="34" charset="0"/>
              </a:rPr>
              <a:t>24</a:t>
            </a:r>
            <a:endParaRPr sz="1000" b="1" dirty="0">
              <a:solidFill>
                <a:srgbClr val="280078"/>
              </a:solidFill>
              <a:cs typeface="Arial" panose="020B0604020202020204" pitchFamily="34" charset="0"/>
            </a:endParaRPr>
          </a:p>
        </p:txBody>
      </p: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16DD4BE5-C33E-6E5E-6686-35E7CC82306C}"/>
              </a:ext>
            </a:extLst>
          </p:cNvPr>
          <p:cNvGrpSpPr/>
          <p:nvPr/>
        </p:nvGrpSpPr>
        <p:grpSpPr>
          <a:xfrm>
            <a:off x="7763255" y="3049354"/>
            <a:ext cx="2816352" cy="1170432"/>
            <a:chOff x="7763255" y="3098035"/>
            <a:chExt cx="2816352" cy="1170432"/>
          </a:xfrm>
        </p:grpSpPr>
        <p:sp>
          <p:nvSpPr>
            <p:cNvPr id="25" name="Rectangle 24"/>
            <p:cNvSpPr/>
            <p:nvPr/>
          </p:nvSpPr>
          <p:spPr>
            <a:xfrm>
              <a:off x="7763255" y="3098035"/>
              <a:ext cx="2816352" cy="1170432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D2D2D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7763255" y="3098035"/>
              <a:ext cx="2816352" cy="73152"/>
            </a:xfrm>
            <a:prstGeom prst="rect">
              <a:avLst/>
            </a:prstGeom>
            <a:solidFill>
              <a:srgbClr val="280078"/>
            </a:solidFill>
            <a:ln>
              <a:solidFill>
                <a:srgbClr val="28007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8005570" y="3204955"/>
              <a:ext cx="2331720" cy="298223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Knowledge Governance</a:t>
              </a:r>
              <a:endParaRPr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8005571" y="3478475"/>
              <a:ext cx="2505457" cy="771237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8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Weekly updates from Jul 24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8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Monthly quality checks from Aug 1</a:t>
              </a:r>
            </a:p>
            <a:p>
              <a:pPr>
                <a:lnSpc>
                  <a:spcPct val="150000"/>
                </a:lnSpc>
              </a:pPr>
              <a:r>
                <a:rPr lang="zh-CN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Weekly new-document updates</a:t>
              </a:r>
              <a:endParaRPr lang="en-US" altLang="zh-CN" sz="8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Month-end quality checks</a:t>
              </a:r>
              <a:endParaRPr sz="8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D0A14567-C108-4041-7FD6-B2EA48EE27D5}"/>
              </a:ext>
            </a:extLst>
          </p:cNvPr>
          <p:cNvGrpSpPr/>
          <p:nvPr/>
        </p:nvGrpSpPr>
        <p:grpSpPr>
          <a:xfrm>
            <a:off x="8174735" y="4448386"/>
            <a:ext cx="1993392" cy="274320"/>
            <a:chOff x="8156448" y="4497067"/>
            <a:chExt cx="1993392" cy="274320"/>
          </a:xfrm>
        </p:grpSpPr>
        <p:sp>
          <p:nvSpPr>
            <p:cNvPr id="29" name="Rectangle 28"/>
            <p:cNvSpPr/>
            <p:nvPr/>
          </p:nvSpPr>
          <p:spPr>
            <a:xfrm>
              <a:off x="8156448" y="4497067"/>
              <a:ext cx="1993392" cy="274320"/>
            </a:xfrm>
            <a:prstGeom prst="rect">
              <a:avLst/>
            </a:prstGeom>
            <a:solidFill>
              <a:srgbClr val="280078"/>
            </a:solidFill>
            <a:ln>
              <a:solidFill>
                <a:srgbClr val="28007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8156448" y="4514194"/>
              <a:ext cx="1993392" cy="240066"/>
            </a:xfrm>
            <a:prstGeom prst="rect">
              <a:avLst/>
            </a:prstGeom>
            <a:noFill/>
          </p:spPr>
          <p:txBody>
            <a:bodyPr wrap="square" lIns="27432" tIns="27432" rIns="27432" bIns="27432" anchor="ctr">
              <a:spAutoFit/>
            </a:bodyPr>
            <a:lstStyle/>
            <a:p>
              <a:pPr algn="ctr"/>
              <a:r>
                <a:rPr sz="1200" b="1" dirty="0">
                  <a:solidFill>
                    <a:schemeClr val="bg1"/>
                  </a:solidFill>
                  <a:cs typeface="Arial" panose="020B0604020202020204" pitchFamily="34" charset="0"/>
                </a:rPr>
                <a:t>NEXT</a:t>
              </a:r>
            </a:p>
          </p:txBody>
        </p:sp>
      </p:grpSp>
      <p:sp>
        <p:nvSpPr>
          <p:cNvPr id="31" name="Rectangle 30"/>
          <p:cNvSpPr/>
          <p:nvPr/>
        </p:nvSpPr>
        <p:spPr>
          <a:xfrm>
            <a:off x="640080" y="5309446"/>
            <a:ext cx="1481328" cy="246888"/>
          </a:xfrm>
          <a:prstGeom prst="rect">
            <a:avLst/>
          </a:prstGeom>
          <a:solidFill>
            <a:srgbClr val="FA0505"/>
          </a:solidFill>
          <a:ln>
            <a:solidFill>
              <a:srgbClr val="FA05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" y="5335941"/>
            <a:ext cx="1481328" cy="193899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00" b="1" dirty="0">
                <a:solidFill>
                  <a:srgbClr val="FFFFFF"/>
                </a:solidFill>
                <a:latin typeface="Arial"/>
              </a:rPr>
              <a:t>GOVERNANCE LOOP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5656918"/>
            <a:ext cx="2441448" cy="502920"/>
          </a:xfrm>
          <a:prstGeom prst="rect">
            <a:avLst/>
          </a:prstGeom>
          <a:solidFill>
            <a:srgbClr val="F4F5F8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4FEAD5C6-D45A-6921-27C5-E455E11273A4}"/>
              </a:ext>
            </a:extLst>
          </p:cNvPr>
          <p:cNvGrpSpPr/>
          <p:nvPr/>
        </p:nvGrpSpPr>
        <p:grpSpPr>
          <a:xfrm>
            <a:off x="758952" y="5766324"/>
            <a:ext cx="1936622" cy="257699"/>
            <a:chOff x="598931" y="5668446"/>
            <a:chExt cx="1936622" cy="257699"/>
          </a:xfrm>
        </p:grpSpPr>
        <p:sp>
          <p:nvSpPr>
            <p:cNvPr id="34" name="TextBox 33"/>
            <p:cNvSpPr txBox="1"/>
            <p:nvPr/>
          </p:nvSpPr>
          <p:spPr>
            <a:xfrm>
              <a:off x="598931" y="5733288"/>
              <a:ext cx="868680" cy="146304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l"/>
              <a:r>
                <a:rPr sz="850" b="1" dirty="0">
                  <a:solidFill>
                    <a:srgbClr val="FA0505"/>
                  </a:solidFill>
                  <a:latin typeface="Arial"/>
                </a:rPr>
                <a:t>INGEST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291969" y="5668446"/>
              <a:ext cx="1243584" cy="257699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New Content Intake</a:t>
              </a:r>
              <a:endParaRPr sz="10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  <p:sp>
        <p:nvSpPr>
          <p:cNvPr id="36" name="TextBox 35"/>
          <p:cNvSpPr txBox="1"/>
          <p:nvPr/>
        </p:nvSpPr>
        <p:spPr>
          <a:xfrm>
            <a:off x="3127248" y="5803734"/>
            <a:ext cx="201168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300" b="1" dirty="0">
                <a:solidFill>
                  <a:srgbClr val="FA0505"/>
                </a:solidFill>
                <a:latin typeface="Microsoft YaHei"/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29000" y="5656918"/>
            <a:ext cx="2441448" cy="502920"/>
          </a:xfrm>
          <a:prstGeom prst="rect">
            <a:avLst/>
          </a:prstGeom>
          <a:solidFill>
            <a:srgbClr val="F4F5F8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620CDC11-10CC-8A78-8A7E-0ED1482367A2}"/>
              </a:ext>
            </a:extLst>
          </p:cNvPr>
          <p:cNvGrpSpPr/>
          <p:nvPr/>
        </p:nvGrpSpPr>
        <p:grpSpPr>
          <a:xfrm>
            <a:off x="3529584" y="5763955"/>
            <a:ext cx="2121408" cy="257699"/>
            <a:chOff x="3429000" y="5620869"/>
            <a:chExt cx="2121408" cy="257699"/>
          </a:xfrm>
        </p:grpSpPr>
        <p:sp>
          <p:nvSpPr>
            <p:cNvPr id="38" name="TextBox 37"/>
            <p:cNvSpPr txBox="1"/>
            <p:nvPr/>
          </p:nvSpPr>
          <p:spPr>
            <a:xfrm>
              <a:off x="3429000" y="5687568"/>
              <a:ext cx="868680" cy="146304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l"/>
              <a:r>
                <a:rPr sz="850" b="1" dirty="0">
                  <a:solidFill>
                    <a:srgbClr val="FA0505"/>
                  </a:solidFill>
                  <a:latin typeface="Arial"/>
                </a:rPr>
                <a:t>CLASSIFY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4082796" y="5620869"/>
              <a:ext cx="1467612" cy="257699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sz="10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AI-based Classification</a:t>
              </a:r>
            </a:p>
          </p:txBody>
        </p:sp>
      </p:grpSp>
      <p:sp>
        <p:nvSpPr>
          <p:cNvPr id="40" name="TextBox 39"/>
          <p:cNvSpPr txBox="1"/>
          <p:nvPr/>
        </p:nvSpPr>
        <p:spPr>
          <a:xfrm>
            <a:off x="5916168" y="5794590"/>
            <a:ext cx="201168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300" b="1" dirty="0">
                <a:solidFill>
                  <a:srgbClr val="FA0505"/>
                </a:solidFill>
                <a:latin typeface="Microsoft YaHei"/>
              </a:rPr>
              <a:t>→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5656918"/>
            <a:ext cx="2441448" cy="502920"/>
          </a:xfrm>
          <a:prstGeom prst="rect">
            <a:avLst/>
          </a:prstGeom>
          <a:solidFill>
            <a:srgbClr val="F4F5F8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373371" y="5830654"/>
            <a:ext cx="868680" cy="14630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50" b="1" dirty="0">
                <a:solidFill>
                  <a:srgbClr val="FA0505"/>
                </a:solidFill>
                <a:latin typeface="Arial"/>
              </a:rPr>
              <a:t>CHECK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40299" y="5812366"/>
            <a:ext cx="1563622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Consistency</a:t>
            </a:r>
            <a:r>
              <a:rPr lang="zh-CN" altLang="en-US" sz="1000" b="1" dirty="0">
                <a:solidFill>
                  <a:srgbClr val="2D2D2D"/>
                </a:solidFill>
                <a:latin typeface="Microsoft YaHei"/>
              </a:rPr>
              <a:t> 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Check</a:t>
            </a:r>
            <a:endParaRPr sz="1000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705088" y="5812366"/>
            <a:ext cx="201168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300" b="1" dirty="0">
                <a:solidFill>
                  <a:srgbClr val="FA0505"/>
                </a:solidFill>
                <a:latin typeface="Microsoft YaHei"/>
              </a:rPr>
              <a:t>→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006839" y="5656918"/>
            <a:ext cx="2441448" cy="502920"/>
          </a:xfrm>
          <a:prstGeom prst="rect">
            <a:avLst/>
          </a:prstGeom>
          <a:solidFill>
            <a:srgbClr val="F4F5F8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189720" y="5830654"/>
            <a:ext cx="868680" cy="14630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50" b="1" dirty="0">
                <a:solidFill>
                  <a:srgbClr val="FA0505"/>
                </a:solidFill>
                <a:latin typeface="Arial"/>
              </a:rPr>
              <a:t>IMPROVE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34371" y="5769333"/>
            <a:ext cx="1476757" cy="2576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Rules &amp; Optimization</a:t>
            </a:r>
            <a:endParaRPr sz="1000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31987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6499" y="269589"/>
            <a:ext cx="11803914" cy="48628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eaLnBrk="0" hangingPunct="0">
              <a:tabLst>
                <a:tab pos="3676650" algn="l"/>
              </a:tabLst>
            </a:pPr>
            <a:r>
              <a:rPr lang="zh-CN" altLang="en-US" sz="2800" b="1" dirty="0">
                <a:solidFill>
                  <a:srgbClr val="595959"/>
                </a:solidFill>
                <a:ea typeface="+mn-ea"/>
                <a:cs typeface="Arial" panose="020B0604020202020204" pitchFamily="34" charset="0"/>
              </a:rPr>
              <a:t>Value | </a:t>
            </a:r>
            <a:r>
              <a:rPr lang="zh-CN" altLang="en-US" sz="2400" b="1" dirty="0">
                <a:solidFill>
                  <a:srgbClr val="595959"/>
                </a:solidFill>
                <a:ea typeface="+mn-ea"/>
                <a:cs typeface="Arial" panose="020B0604020202020204" pitchFamily="34" charset="0"/>
              </a:rPr>
              <a:t>Transforming FAE Experience into Reusable Intelligent Assets</a:t>
            </a:r>
            <a:endParaRPr lang="en-US" altLang="zh-CN" sz="2400" b="1" dirty="0">
              <a:solidFill>
                <a:srgbClr val="595959"/>
              </a:solidFill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93776" y="1120273"/>
            <a:ext cx="11157142" cy="98495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The value of a platform goes beyond migration and categorization—it lies in building a technical knowledge ecosystem that can continuously grow and be intelligently invoked.</a:t>
            </a:r>
          </a:p>
          <a:p>
            <a:pPr>
              <a:lnSpc>
                <a:spcPct val="150000"/>
              </a:lnSpc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2AD158BA-052C-131A-1C5D-94B3C8BB805C}"/>
              </a:ext>
            </a:extLst>
          </p:cNvPr>
          <p:cNvGrpSpPr/>
          <p:nvPr/>
        </p:nvGrpSpPr>
        <p:grpSpPr>
          <a:xfrm>
            <a:off x="493776" y="2231422"/>
            <a:ext cx="4745735" cy="987552"/>
            <a:chOff x="493776" y="1993392"/>
            <a:chExt cx="4745735" cy="987552"/>
          </a:xfrm>
        </p:grpSpPr>
        <p:grpSp>
          <p:nvGrpSpPr>
            <p:cNvPr id="50" name="组合 49">
              <a:extLst>
                <a:ext uri="{FF2B5EF4-FFF2-40B4-BE49-F238E27FC236}">
                  <a16:creationId xmlns:a16="http://schemas.microsoft.com/office/drawing/2014/main" id="{2AB9CF60-84D5-1086-0BDE-163D3F905D66}"/>
                </a:ext>
              </a:extLst>
            </p:cNvPr>
            <p:cNvGrpSpPr/>
            <p:nvPr/>
          </p:nvGrpSpPr>
          <p:grpSpPr>
            <a:xfrm>
              <a:off x="493776" y="1993392"/>
              <a:ext cx="822960" cy="246888"/>
              <a:chOff x="493776" y="1993392"/>
              <a:chExt cx="822960" cy="246888"/>
            </a:xfrm>
          </p:grpSpPr>
          <p:sp>
            <p:nvSpPr>
              <p:cNvPr id="6" name="Rectangle 5"/>
              <p:cNvSpPr/>
              <p:nvPr/>
            </p:nvSpPr>
            <p:spPr>
              <a:xfrm>
                <a:off x="493776" y="1993392"/>
                <a:ext cx="822960" cy="246888"/>
              </a:xfrm>
              <a:prstGeom prst="rect">
                <a:avLst/>
              </a:prstGeom>
              <a:solidFill>
                <a:srgbClr val="2D2D2D"/>
              </a:solidFill>
              <a:ln>
                <a:solidFill>
                  <a:srgbClr val="2D2D2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493776" y="2019887"/>
                <a:ext cx="822960" cy="193899"/>
              </a:xfrm>
              <a:prstGeom prst="rect">
                <a:avLst/>
              </a:prstGeom>
              <a:noFill/>
            </p:spPr>
            <p:txBody>
              <a:bodyPr wrap="square" lIns="27432" tIns="27432" rIns="27432" bIns="27432" anchor="ctr">
                <a:spAutoFit/>
              </a:bodyPr>
              <a:lstStyle/>
              <a:p>
                <a:pPr algn="ctr"/>
                <a:r>
                  <a:rPr sz="900" b="1" dirty="0">
                    <a:solidFill>
                      <a:schemeClr val="bg1"/>
                    </a:solidFill>
                    <a:cs typeface="Arial" panose="020B0604020202020204" pitchFamily="34" charset="0"/>
                  </a:rPr>
                  <a:t>BEFORE</a:t>
                </a:r>
              </a:p>
            </p:txBody>
          </p:sp>
        </p:grpSp>
        <p:grpSp>
          <p:nvGrpSpPr>
            <p:cNvPr id="47" name="组合 46">
              <a:extLst>
                <a:ext uri="{FF2B5EF4-FFF2-40B4-BE49-F238E27FC236}">
                  <a16:creationId xmlns:a16="http://schemas.microsoft.com/office/drawing/2014/main" id="{FD94EFB3-2C56-444B-56F9-63F0FBCB88D2}"/>
                </a:ext>
              </a:extLst>
            </p:cNvPr>
            <p:cNvGrpSpPr/>
            <p:nvPr/>
          </p:nvGrpSpPr>
          <p:grpSpPr>
            <a:xfrm>
              <a:off x="493776" y="2404872"/>
              <a:ext cx="1417320" cy="576072"/>
              <a:chOff x="493776" y="2404872"/>
              <a:chExt cx="1417320" cy="576072"/>
            </a:xfrm>
          </p:grpSpPr>
          <p:sp>
            <p:nvSpPr>
              <p:cNvPr id="8" name="Rectangle 7"/>
              <p:cNvSpPr/>
              <p:nvPr/>
            </p:nvSpPr>
            <p:spPr>
              <a:xfrm>
                <a:off x="493776" y="2404872"/>
                <a:ext cx="1417320" cy="576072"/>
              </a:xfrm>
              <a:prstGeom prst="rect">
                <a:avLst/>
              </a:prstGeom>
              <a:solidFill>
                <a:srgbClr val="F4F5F8"/>
              </a:solidFill>
              <a:ln>
                <a:solidFill>
                  <a:srgbClr val="D2D2D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576072" y="2610612"/>
                <a:ext cx="1252728" cy="240066"/>
              </a:xfrm>
              <a:prstGeom prst="rect">
                <a:avLst/>
              </a:prstGeom>
              <a:noFill/>
            </p:spPr>
            <p:txBody>
              <a:bodyPr wrap="square" lIns="27432" tIns="27432" rIns="27432" bIns="27432" anchor="t">
                <a:spAutoFit/>
              </a:bodyPr>
              <a:lstStyle/>
              <a:p>
                <a:pPr algn="ctr"/>
                <a:r>
                  <a:rPr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Arial" panose="020B0604020202020204" pitchFamily="34" charset="0"/>
                  </a:rPr>
                  <a:t>FAE</a:t>
                </a:r>
                <a:r>
                  <a:rPr sz="1200" b="1" dirty="0">
                    <a:solidFill>
                      <a:srgbClr val="585858"/>
                    </a:solidFill>
                    <a:latin typeface="+mn-ea"/>
                    <a:ea typeface="+mn-ea"/>
                  </a:rPr>
                  <a:t> </a:t>
                </a:r>
                <a:r>
                  <a:rPr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Arial" panose="020B0604020202020204" pitchFamily="34" charset="0"/>
                  </a:rPr>
                  <a:t>Sharing</a:t>
                </a:r>
              </a:p>
            </p:txBody>
          </p:sp>
        </p:grpSp>
        <p:sp>
          <p:nvSpPr>
            <p:cNvPr id="10" name="TextBox 9"/>
            <p:cNvSpPr txBox="1"/>
            <p:nvPr/>
          </p:nvSpPr>
          <p:spPr>
            <a:xfrm>
              <a:off x="1920240" y="2578608"/>
              <a:ext cx="201168" cy="240066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ctr"/>
              <a:r>
                <a:rPr sz="1200" b="1">
                  <a:solidFill>
                    <a:srgbClr val="585858"/>
                  </a:solidFill>
                  <a:latin typeface="+mn-ea"/>
                  <a:ea typeface="+mn-ea"/>
                </a:rPr>
                <a:t>→</a:t>
              </a:r>
            </a:p>
          </p:txBody>
        </p:sp>
        <p:grpSp>
          <p:nvGrpSpPr>
            <p:cNvPr id="48" name="组合 47">
              <a:extLst>
                <a:ext uri="{FF2B5EF4-FFF2-40B4-BE49-F238E27FC236}">
                  <a16:creationId xmlns:a16="http://schemas.microsoft.com/office/drawing/2014/main" id="{67EA48E0-EF2A-8062-E79F-8DE56C227ADC}"/>
                </a:ext>
              </a:extLst>
            </p:cNvPr>
            <p:cNvGrpSpPr/>
            <p:nvPr/>
          </p:nvGrpSpPr>
          <p:grpSpPr>
            <a:xfrm>
              <a:off x="2157984" y="2404872"/>
              <a:ext cx="1417320" cy="576072"/>
              <a:chOff x="2157984" y="2404872"/>
              <a:chExt cx="1417320" cy="576072"/>
            </a:xfrm>
          </p:grpSpPr>
          <p:sp>
            <p:nvSpPr>
              <p:cNvPr id="11" name="Rectangle 10"/>
              <p:cNvSpPr/>
              <p:nvPr/>
            </p:nvSpPr>
            <p:spPr>
              <a:xfrm>
                <a:off x="2157984" y="2404872"/>
                <a:ext cx="1417320" cy="576072"/>
              </a:xfrm>
              <a:prstGeom prst="rect">
                <a:avLst/>
              </a:prstGeom>
              <a:solidFill>
                <a:srgbClr val="F4F5F8"/>
              </a:solidFill>
              <a:ln>
                <a:solidFill>
                  <a:srgbClr val="D2D2D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2240280" y="2610612"/>
                <a:ext cx="1252728" cy="224677"/>
              </a:xfrm>
              <a:prstGeom prst="rect">
                <a:avLst/>
              </a:prstGeom>
              <a:noFill/>
            </p:spPr>
            <p:txBody>
              <a:bodyPr wrap="square" lIns="27432" tIns="27432" rIns="27432" bIns="27432" anchor="t">
                <a:spAutoFit/>
              </a:bodyPr>
              <a:lstStyle/>
              <a:p>
                <a:pPr algn="ctr"/>
                <a:r>
                  <a:rPr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cs typeface="Arial" panose="020B0604020202020204" pitchFamily="34" charset="0"/>
                  </a:rPr>
                  <a:t>Document</a:t>
                </a:r>
                <a:r>
                  <a:rPr sz="1100" b="1" dirty="0">
                    <a:solidFill>
                      <a:srgbClr val="585858"/>
                    </a:solidFill>
                    <a:latin typeface="+mn-lt"/>
                    <a:ea typeface="+mn-ea"/>
                  </a:rPr>
                  <a:t> </a:t>
                </a:r>
                <a:r>
                  <a:rPr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cs typeface="Arial" panose="020B0604020202020204" pitchFamily="34" charset="0"/>
                  </a:rPr>
                  <a:t>Storage</a:t>
                </a:r>
              </a:p>
            </p:txBody>
          </p:sp>
        </p:grpSp>
        <p:sp>
          <p:nvSpPr>
            <p:cNvPr id="13" name="TextBox 12"/>
            <p:cNvSpPr txBox="1"/>
            <p:nvPr/>
          </p:nvSpPr>
          <p:spPr>
            <a:xfrm>
              <a:off x="3584448" y="2578608"/>
              <a:ext cx="201168" cy="240066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ctr"/>
              <a:r>
                <a:rPr sz="1200" b="1">
                  <a:solidFill>
                    <a:srgbClr val="585858"/>
                  </a:solidFill>
                  <a:latin typeface="+mn-ea"/>
                  <a:ea typeface="+mn-ea"/>
                </a:rPr>
                <a:t>→</a:t>
              </a:r>
            </a:p>
          </p:txBody>
        </p:sp>
        <p:grpSp>
          <p:nvGrpSpPr>
            <p:cNvPr id="49" name="组合 48">
              <a:extLst>
                <a:ext uri="{FF2B5EF4-FFF2-40B4-BE49-F238E27FC236}">
                  <a16:creationId xmlns:a16="http://schemas.microsoft.com/office/drawing/2014/main" id="{D70D1B07-B458-2BCA-4FA2-C178B43BDC02}"/>
                </a:ext>
              </a:extLst>
            </p:cNvPr>
            <p:cNvGrpSpPr/>
            <p:nvPr/>
          </p:nvGrpSpPr>
          <p:grpSpPr>
            <a:xfrm>
              <a:off x="3822191" y="2404872"/>
              <a:ext cx="1417320" cy="576072"/>
              <a:chOff x="3822191" y="2404872"/>
              <a:chExt cx="1417320" cy="576072"/>
            </a:xfrm>
          </p:grpSpPr>
          <p:sp>
            <p:nvSpPr>
              <p:cNvPr id="14" name="Rectangle 13"/>
              <p:cNvSpPr/>
              <p:nvPr/>
            </p:nvSpPr>
            <p:spPr>
              <a:xfrm>
                <a:off x="3822191" y="2404872"/>
                <a:ext cx="1417320" cy="576072"/>
              </a:xfrm>
              <a:prstGeom prst="rect">
                <a:avLst/>
              </a:prstGeom>
              <a:solidFill>
                <a:srgbClr val="F4F5F8"/>
              </a:solidFill>
              <a:ln>
                <a:solidFill>
                  <a:srgbClr val="D2D2D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3904487" y="2610612"/>
                <a:ext cx="1252728" cy="240066"/>
              </a:xfrm>
              <a:prstGeom prst="rect">
                <a:avLst/>
              </a:prstGeom>
              <a:noFill/>
            </p:spPr>
            <p:txBody>
              <a:bodyPr wrap="square" lIns="27432" tIns="27432" rIns="27432" bIns="27432" anchor="t">
                <a:spAutoFit/>
              </a:bodyPr>
              <a:lstStyle/>
              <a:p>
                <a:pPr algn="ctr"/>
                <a:r>
                  <a:rPr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Arial" panose="020B0604020202020204" pitchFamily="34" charset="0"/>
                  </a:rPr>
                  <a:t>Manual</a:t>
                </a:r>
                <a:r>
                  <a:rPr sz="919" b="1" dirty="0">
                    <a:solidFill>
                      <a:srgbClr val="585858"/>
                    </a:solidFill>
                    <a:latin typeface="+mn-ea"/>
                    <a:ea typeface="+mn-ea"/>
                  </a:rPr>
                  <a:t> </a:t>
                </a:r>
                <a:r>
                  <a:rPr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Arial" panose="020B0604020202020204" pitchFamily="34" charset="0"/>
                  </a:rPr>
                  <a:t>Search</a:t>
                </a:r>
              </a:p>
            </p:txBody>
          </p:sp>
        </p:grpSp>
      </p:grp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81500C17-2A3B-5964-7924-88F997ABAB29}"/>
              </a:ext>
            </a:extLst>
          </p:cNvPr>
          <p:cNvGrpSpPr/>
          <p:nvPr/>
        </p:nvGrpSpPr>
        <p:grpSpPr>
          <a:xfrm>
            <a:off x="502920" y="3811048"/>
            <a:ext cx="5504688" cy="1033272"/>
            <a:chOff x="493776" y="3328416"/>
            <a:chExt cx="5504688" cy="1033272"/>
          </a:xfrm>
        </p:grpSpPr>
        <p:grpSp>
          <p:nvGrpSpPr>
            <p:cNvPr id="52" name="组合 51">
              <a:extLst>
                <a:ext uri="{FF2B5EF4-FFF2-40B4-BE49-F238E27FC236}">
                  <a16:creationId xmlns:a16="http://schemas.microsoft.com/office/drawing/2014/main" id="{AA2AE1A7-ECC7-21DA-8CCF-1A4F8EEA6856}"/>
                </a:ext>
              </a:extLst>
            </p:cNvPr>
            <p:cNvGrpSpPr/>
            <p:nvPr/>
          </p:nvGrpSpPr>
          <p:grpSpPr>
            <a:xfrm>
              <a:off x="493776" y="3328416"/>
              <a:ext cx="713232" cy="246888"/>
              <a:chOff x="493776" y="3328416"/>
              <a:chExt cx="713232" cy="246888"/>
            </a:xfrm>
          </p:grpSpPr>
          <p:sp>
            <p:nvSpPr>
              <p:cNvPr id="16" name="Rectangle 15"/>
              <p:cNvSpPr/>
              <p:nvPr/>
            </p:nvSpPr>
            <p:spPr>
              <a:xfrm>
                <a:off x="493776" y="3328416"/>
                <a:ext cx="713232" cy="246888"/>
              </a:xfrm>
              <a:prstGeom prst="rect">
                <a:avLst/>
              </a:prstGeom>
              <a:solidFill>
                <a:srgbClr val="FA0505"/>
              </a:solidFill>
              <a:ln>
                <a:solidFill>
                  <a:srgbClr val="FA050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>
                <a:off x="493776" y="3354911"/>
                <a:ext cx="713232" cy="193899"/>
              </a:xfrm>
              <a:prstGeom prst="rect">
                <a:avLst/>
              </a:prstGeom>
              <a:noFill/>
            </p:spPr>
            <p:txBody>
              <a:bodyPr wrap="square" lIns="27432" tIns="27432" rIns="27432" bIns="27432" anchor="ctr">
                <a:spAutoFit/>
              </a:bodyPr>
              <a:lstStyle/>
              <a:p>
                <a:pPr algn="ctr"/>
                <a:r>
                  <a:rPr sz="900" b="1" dirty="0">
                    <a:solidFill>
                      <a:schemeClr val="bg1"/>
                    </a:solidFill>
                    <a:cs typeface="Arial" panose="020B0604020202020204" pitchFamily="34" charset="0"/>
                  </a:rPr>
                  <a:t>NOW</a:t>
                </a:r>
              </a:p>
            </p:txBody>
          </p:sp>
        </p:grpSp>
        <p:grpSp>
          <p:nvGrpSpPr>
            <p:cNvPr id="53" name="组合 52">
              <a:extLst>
                <a:ext uri="{FF2B5EF4-FFF2-40B4-BE49-F238E27FC236}">
                  <a16:creationId xmlns:a16="http://schemas.microsoft.com/office/drawing/2014/main" id="{126C71FC-7B08-B475-1D15-8AA04527EE2C}"/>
                </a:ext>
              </a:extLst>
            </p:cNvPr>
            <p:cNvGrpSpPr/>
            <p:nvPr/>
          </p:nvGrpSpPr>
          <p:grpSpPr>
            <a:xfrm>
              <a:off x="493776" y="3721608"/>
              <a:ext cx="1197864" cy="640080"/>
              <a:chOff x="493776" y="3721608"/>
              <a:chExt cx="1197864" cy="640080"/>
            </a:xfrm>
          </p:grpSpPr>
          <p:sp>
            <p:nvSpPr>
              <p:cNvPr id="18" name="Rectangle 17"/>
              <p:cNvSpPr/>
              <p:nvPr/>
            </p:nvSpPr>
            <p:spPr>
              <a:xfrm>
                <a:off x="493776" y="3721608"/>
                <a:ext cx="1197864" cy="640080"/>
              </a:xfrm>
              <a:prstGeom prst="rect">
                <a:avLst/>
              </a:prstGeom>
              <a:solidFill>
                <a:srgbClr val="0771A9"/>
              </a:solidFill>
              <a:ln>
                <a:solidFill>
                  <a:srgbClr val="0771A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557784" y="3921615"/>
                <a:ext cx="1069848" cy="240066"/>
              </a:xfrm>
              <a:prstGeom prst="rect">
                <a:avLst/>
              </a:prstGeom>
              <a:noFill/>
            </p:spPr>
            <p:txBody>
              <a:bodyPr wrap="square" lIns="27432" tIns="27432" rIns="27432" bIns="27432" anchor="ctr">
                <a:spAutoFit/>
              </a:bodyPr>
              <a:lstStyle/>
              <a:p>
                <a:pPr algn="ctr"/>
                <a:r>
                  <a:rPr sz="1200" dirty="0">
                    <a:solidFill>
                      <a:schemeClr val="bg1"/>
                    </a:solidFill>
                    <a:cs typeface="Arial" panose="020B0604020202020204" pitchFamily="34" charset="0"/>
                  </a:rPr>
                  <a:t>FAE</a:t>
                </a:r>
                <a:r>
                  <a:rPr sz="950" b="1" dirty="0">
                    <a:solidFill>
                      <a:schemeClr val="bg1"/>
                    </a:solidFill>
                    <a:latin typeface="+mn-ea"/>
                    <a:ea typeface="+mn-ea"/>
                  </a:rPr>
                  <a:t> </a:t>
                </a:r>
                <a:r>
                  <a:rPr sz="1200" dirty="0">
                    <a:solidFill>
                      <a:schemeClr val="bg1"/>
                    </a:solidFill>
                    <a:cs typeface="Arial" panose="020B0604020202020204" pitchFamily="34" charset="0"/>
                  </a:rPr>
                  <a:t>Sharing</a:t>
                </a:r>
              </a:p>
            </p:txBody>
          </p:sp>
        </p:grpSp>
        <p:sp>
          <p:nvSpPr>
            <p:cNvPr id="20" name="TextBox 19"/>
            <p:cNvSpPr txBox="1"/>
            <p:nvPr/>
          </p:nvSpPr>
          <p:spPr>
            <a:xfrm>
              <a:off x="1700784" y="3913632"/>
              <a:ext cx="164592" cy="240066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ctr"/>
              <a:r>
                <a:rPr sz="1200" b="1">
                  <a:solidFill>
                    <a:srgbClr val="FA0505"/>
                  </a:solidFill>
                  <a:latin typeface="+mn-ea"/>
                  <a:ea typeface="+mn-ea"/>
                </a:rPr>
                <a:t>→</a:t>
              </a:r>
            </a:p>
          </p:txBody>
        </p:sp>
        <p:grpSp>
          <p:nvGrpSpPr>
            <p:cNvPr id="54" name="组合 53">
              <a:extLst>
                <a:ext uri="{FF2B5EF4-FFF2-40B4-BE49-F238E27FC236}">
                  <a16:creationId xmlns:a16="http://schemas.microsoft.com/office/drawing/2014/main" id="{A24D1BC9-D697-6F68-921D-94E9B07A7728}"/>
                </a:ext>
              </a:extLst>
            </p:cNvPr>
            <p:cNvGrpSpPr/>
            <p:nvPr/>
          </p:nvGrpSpPr>
          <p:grpSpPr>
            <a:xfrm>
              <a:off x="1929384" y="3721608"/>
              <a:ext cx="1197864" cy="640080"/>
              <a:chOff x="1929384" y="3721608"/>
              <a:chExt cx="1197864" cy="640080"/>
            </a:xfrm>
          </p:grpSpPr>
          <p:sp>
            <p:nvSpPr>
              <p:cNvPr id="21" name="Rectangle 20"/>
              <p:cNvSpPr/>
              <p:nvPr/>
            </p:nvSpPr>
            <p:spPr>
              <a:xfrm>
                <a:off x="1929384" y="3721608"/>
                <a:ext cx="1197864" cy="640080"/>
              </a:xfrm>
              <a:prstGeom prst="rect">
                <a:avLst/>
              </a:prstGeom>
              <a:solidFill>
                <a:srgbClr val="280078"/>
              </a:solidFill>
              <a:ln>
                <a:solidFill>
                  <a:srgbClr val="28007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22" name="TextBox 21"/>
              <p:cNvSpPr txBox="1"/>
              <p:nvPr/>
            </p:nvSpPr>
            <p:spPr>
              <a:xfrm>
                <a:off x="1993392" y="3829282"/>
                <a:ext cx="1069848" cy="424732"/>
              </a:xfrm>
              <a:prstGeom prst="rect">
                <a:avLst/>
              </a:prstGeom>
              <a:noFill/>
            </p:spPr>
            <p:txBody>
              <a:bodyPr wrap="square" lIns="27432" tIns="27432" rIns="27432" bIns="27432" anchor="ctr">
                <a:spAutoFit/>
              </a:bodyPr>
              <a:lstStyle/>
              <a:p>
                <a:pPr algn="ctr"/>
                <a:r>
                  <a:rPr sz="1200" dirty="0">
                    <a:solidFill>
                      <a:schemeClr val="bg1"/>
                    </a:solidFill>
                    <a:cs typeface="Arial" panose="020B0604020202020204" pitchFamily="34" charset="0"/>
                  </a:rPr>
                  <a:t>AI</a:t>
                </a:r>
                <a:r>
                  <a:rPr sz="950" b="1" dirty="0">
                    <a:solidFill>
                      <a:schemeClr val="bg1"/>
                    </a:solidFill>
                    <a:latin typeface="+mn-ea"/>
                    <a:ea typeface="+mn-ea"/>
                  </a:rPr>
                  <a:t> </a:t>
                </a:r>
                <a:r>
                  <a:rPr sz="1200" dirty="0">
                    <a:solidFill>
                      <a:schemeClr val="bg1"/>
                    </a:solidFill>
                    <a:cs typeface="Arial" panose="020B0604020202020204" pitchFamily="34" charset="0"/>
                  </a:rPr>
                  <a:t>Understanding</a:t>
                </a:r>
              </a:p>
            </p:txBody>
          </p:sp>
        </p:grpSp>
        <p:sp>
          <p:nvSpPr>
            <p:cNvPr id="23" name="TextBox 22"/>
            <p:cNvSpPr txBox="1"/>
            <p:nvPr/>
          </p:nvSpPr>
          <p:spPr>
            <a:xfrm>
              <a:off x="3136392" y="3913632"/>
              <a:ext cx="164592" cy="240066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ctr"/>
              <a:r>
                <a:rPr sz="1200" b="1">
                  <a:solidFill>
                    <a:srgbClr val="FA0505"/>
                  </a:solidFill>
                  <a:latin typeface="+mn-ea"/>
                  <a:ea typeface="+mn-ea"/>
                </a:rPr>
                <a:t>→</a:t>
              </a:r>
            </a:p>
          </p:txBody>
        </p:sp>
        <p:grpSp>
          <p:nvGrpSpPr>
            <p:cNvPr id="55" name="组合 54">
              <a:extLst>
                <a:ext uri="{FF2B5EF4-FFF2-40B4-BE49-F238E27FC236}">
                  <a16:creationId xmlns:a16="http://schemas.microsoft.com/office/drawing/2014/main" id="{CAA8167C-CB77-8A23-C2FB-6F3FEBD8A65E}"/>
                </a:ext>
              </a:extLst>
            </p:cNvPr>
            <p:cNvGrpSpPr/>
            <p:nvPr/>
          </p:nvGrpSpPr>
          <p:grpSpPr>
            <a:xfrm>
              <a:off x="3364992" y="3721608"/>
              <a:ext cx="1197864" cy="640080"/>
              <a:chOff x="3364992" y="3721608"/>
              <a:chExt cx="1197864" cy="640080"/>
            </a:xfrm>
          </p:grpSpPr>
          <p:sp>
            <p:nvSpPr>
              <p:cNvPr id="24" name="Rectangle 23"/>
              <p:cNvSpPr/>
              <p:nvPr/>
            </p:nvSpPr>
            <p:spPr>
              <a:xfrm>
                <a:off x="3364992" y="3721608"/>
                <a:ext cx="1197864" cy="640080"/>
              </a:xfrm>
              <a:prstGeom prst="rect">
                <a:avLst/>
              </a:prstGeom>
              <a:solidFill>
                <a:srgbClr val="280078"/>
              </a:solidFill>
              <a:ln>
                <a:solidFill>
                  <a:srgbClr val="28007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3429000" y="3829282"/>
                <a:ext cx="1069848" cy="424732"/>
              </a:xfrm>
              <a:prstGeom prst="rect">
                <a:avLst/>
              </a:prstGeom>
              <a:noFill/>
            </p:spPr>
            <p:txBody>
              <a:bodyPr wrap="square" lIns="27432" tIns="27432" rIns="27432" bIns="27432" anchor="ctr">
                <a:spAutoFit/>
              </a:bodyPr>
              <a:lstStyle/>
              <a:p>
                <a:pPr algn="ctr"/>
                <a:r>
                  <a:rPr sz="1200" dirty="0">
                    <a:solidFill>
                      <a:schemeClr val="bg1"/>
                    </a:solidFill>
                    <a:cs typeface="Arial" panose="020B0604020202020204" pitchFamily="34" charset="0"/>
                  </a:rPr>
                  <a:t>Structured</a:t>
                </a:r>
                <a:r>
                  <a:rPr sz="950" b="1" dirty="0">
                    <a:solidFill>
                      <a:schemeClr val="bg1"/>
                    </a:solidFill>
                    <a:latin typeface="+mn-ea"/>
                    <a:ea typeface="+mn-ea"/>
                  </a:rPr>
                  <a:t> </a:t>
                </a:r>
                <a:r>
                  <a:rPr sz="1200" dirty="0">
                    <a:solidFill>
                      <a:schemeClr val="bg1"/>
                    </a:solidFill>
                    <a:cs typeface="Arial" panose="020B0604020202020204" pitchFamily="34" charset="0"/>
                  </a:rPr>
                  <a:t>Asset</a:t>
                </a:r>
              </a:p>
            </p:txBody>
          </p:sp>
        </p:grpSp>
        <p:sp>
          <p:nvSpPr>
            <p:cNvPr id="26" name="TextBox 25"/>
            <p:cNvSpPr txBox="1"/>
            <p:nvPr/>
          </p:nvSpPr>
          <p:spPr>
            <a:xfrm>
              <a:off x="4572000" y="3913632"/>
              <a:ext cx="164592" cy="240066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ctr"/>
              <a:r>
                <a:rPr sz="1200" b="1">
                  <a:solidFill>
                    <a:srgbClr val="FA0505"/>
                  </a:solidFill>
                  <a:latin typeface="+mn-ea"/>
                  <a:ea typeface="+mn-ea"/>
                </a:rPr>
                <a:t>→</a:t>
              </a: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A2987B79-DACD-464C-40A2-0205906B090E}"/>
                </a:ext>
              </a:extLst>
            </p:cNvPr>
            <p:cNvGrpSpPr/>
            <p:nvPr/>
          </p:nvGrpSpPr>
          <p:grpSpPr>
            <a:xfrm>
              <a:off x="4800600" y="3721608"/>
              <a:ext cx="1197864" cy="640080"/>
              <a:chOff x="4800600" y="3721608"/>
              <a:chExt cx="1197864" cy="640080"/>
            </a:xfrm>
          </p:grpSpPr>
          <p:sp>
            <p:nvSpPr>
              <p:cNvPr id="27" name="Rectangle 26"/>
              <p:cNvSpPr/>
              <p:nvPr/>
            </p:nvSpPr>
            <p:spPr>
              <a:xfrm>
                <a:off x="4800600" y="3721608"/>
                <a:ext cx="1197864" cy="640080"/>
              </a:xfrm>
              <a:prstGeom prst="rect">
                <a:avLst/>
              </a:prstGeom>
              <a:solidFill>
                <a:srgbClr val="0771A9"/>
              </a:solidFill>
              <a:ln>
                <a:solidFill>
                  <a:srgbClr val="0771A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28" name="TextBox 27"/>
              <p:cNvSpPr txBox="1"/>
              <p:nvPr/>
            </p:nvSpPr>
            <p:spPr>
              <a:xfrm>
                <a:off x="4864608" y="3921615"/>
                <a:ext cx="1069848" cy="240066"/>
              </a:xfrm>
              <a:prstGeom prst="rect">
                <a:avLst/>
              </a:prstGeom>
              <a:noFill/>
            </p:spPr>
            <p:txBody>
              <a:bodyPr wrap="square" lIns="27432" tIns="27432" rIns="27432" bIns="27432" anchor="ctr">
                <a:spAutoFit/>
              </a:bodyPr>
              <a:lstStyle/>
              <a:p>
                <a:pPr algn="ctr"/>
                <a:r>
                  <a:rPr sz="1200" dirty="0">
                    <a:solidFill>
                      <a:schemeClr val="bg1"/>
                    </a:solidFill>
                    <a:cs typeface="Arial" panose="020B0604020202020204" pitchFamily="34" charset="0"/>
                  </a:rPr>
                  <a:t>AI</a:t>
                </a:r>
                <a:r>
                  <a:rPr sz="950" b="1" dirty="0">
                    <a:solidFill>
                      <a:schemeClr val="bg1"/>
                    </a:solidFill>
                    <a:latin typeface="+mn-ea"/>
                    <a:ea typeface="+mn-ea"/>
                  </a:rPr>
                  <a:t> </a:t>
                </a:r>
                <a:r>
                  <a:rPr sz="1200" dirty="0">
                    <a:solidFill>
                      <a:schemeClr val="bg1"/>
                    </a:solidFill>
                    <a:cs typeface="Arial" panose="020B0604020202020204" pitchFamily="34" charset="0"/>
                  </a:rPr>
                  <a:t>Applications</a:t>
                </a:r>
              </a:p>
            </p:txBody>
          </p:sp>
        </p:grpSp>
      </p:grpSp>
      <p:sp>
        <p:nvSpPr>
          <p:cNvPr id="29" name="TextBox 28"/>
          <p:cNvSpPr txBox="1"/>
          <p:nvPr/>
        </p:nvSpPr>
        <p:spPr>
          <a:xfrm>
            <a:off x="493775" y="5719859"/>
            <a:ext cx="6475413" cy="57522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Delivering: technical experience as assets · maximum knowledge reuse · AI-enabled technical support</a:t>
            </a:r>
          </a:p>
        </p:txBody>
      </p: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D42C5CC3-AE47-54DB-F4E7-D5CAB181A95D}"/>
              </a:ext>
            </a:extLst>
          </p:cNvPr>
          <p:cNvGrpSpPr/>
          <p:nvPr/>
        </p:nvGrpSpPr>
        <p:grpSpPr>
          <a:xfrm>
            <a:off x="6969189" y="2215133"/>
            <a:ext cx="4901184" cy="2633472"/>
            <a:chOff x="6729984" y="1993392"/>
            <a:chExt cx="4901184" cy="2633472"/>
          </a:xfrm>
        </p:grpSpPr>
        <p:grpSp>
          <p:nvGrpSpPr>
            <p:cNvPr id="58" name="组合 57">
              <a:extLst>
                <a:ext uri="{FF2B5EF4-FFF2-40B4-BE49-F238E27FC236}">
                  <a16:creationId xmlns:a16="http://schemas.microsoft.com/office/drawing/2014/main" id="{798FD548-73EB-0ADB-C02B-39EFEE621BE4}"/>
                </a:ext>
              </a:extLst>
            </p:cNvPr>
            <p:cNvGrpSpPr/>
            <p:nvPr/>
          </p:nvGrpSpPr>
          <p:grpSpPr>
            <a:xfrm>
              <a:off x="6729984" y="1993392"/>
              <a:ext cx="1572768" cy="246888"/>
              <a:chOff x="6729984" y="1993392"/>
              <a:chExt cx="1572768" cy="246888"/>
            </a:xfrm>
          </p:grpSpPr>
          <p:sp>
            <p:nvSpPr>
              <p:cNvPr id="32" name="Rectangle 31"/>
              <p:cNvSpPr/>
              <p:nvPr/>
            </p:nvSpPr>
            <p:spPr>
              <a:xfrm>
                <a:off x="6729984" y="1993392"/>
                <a:ext cx="1572768" cy="246888"/>
              </a:xfrm>
              <a:prstGeom prst="rect">
                <a:avLst/>
              </a:prstGeom>
              <a:solidFill>
                <a:srgbClr val="280078"/>
              </a:solidFill>
              <a:ln>
                <a:solidFill>
                  <a:srgbClr val="28007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33" name="TextBox 32"/>
              <p:cNvSpPr txBox="1"/>
              <p:nvPr/>
            </p:nvSpPr>
            <p:spPr>
              <a:xfrm>
                <a:off x="6729984" y="2019887"/>
                <a:ext cx="1572768" cy="193899"/>
              </a:xfrm>
              <a:prstGeom prst="rect">
                <a:avLst/>
              </a:prstGeom>
              <a:noFill/>
            </p:spPr>
            <p:txBody>
              <a:bodyPr wrap="square" lIns="27432" tIns="27432" rIns="27432" bIns="27432" anchor="ctr">
                <a:spAutoFit/>
              </a:bodyPr>
              <a:lstStyle/>
              <a:p>
                <a:pPr algn="ctr"/>
                <a:r>
                  <a:rPr lang="zh-CN" altLang="en-US" sz="900" b="1" dirty="0">
                    <a:solidFill>
                      <a:schemeClr val="bg1"/>
                    </a:solidFill>
                    <a:cs typeface="Arial" panose="020B0604020202020204" pitchFamily="34" charset="0"/>
                  </a:rPr>
                  <a:t>Potential</a:t>
                </a:r>
                <a:r>
                  <a:rPr lang="zh-CN" altLang="en-US" sz="900" b="1" dirty="0">
                    <a:solidFill>
                      <a:schemeClr val="bg1"/>
                    </a:solidFill>
                    <a:latin typeface="+mn-ea"/>
                    <a:ea typeface="+mn-ea"/>
                  </a:rPr>
                  <a:t> </a:t>
                </a:r>
                <a:r>
                  <a:rPr lang="zh-CN" altLang="en-US" sz="900" b="1" dirty="0">
                    <a:solidFill>
                      <a:schemeClr val="bg1"/>
                    </a:solidFill>
                    <a:cs typeface="Arial" panose="020B0604020202020204" pitchFamily="34" charset="0"/>
                  </a:rPr>
                  <a:t>Applications</a:t>
                </a:r>
                <a:endParaRPr sz="900" b="1" dirty="0">
                  <a:solidFill>
                    <a:schemeClr val="bg1"/>
                  </a:solidFill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59" name="组合 58">
              <a:extLst>
                <a:ext uri="{FF2B5EF4-FFF2-40B4-BE49-F238E27FC236}">
                  <a16:creationId xmlns:a16="http://schemas.microsoft.com/office/drawing/2014/main" id="{D4ECD309-B223-C331-3A78-02900B2A992B}"/>
                </a:ext>
              </a:extLst>
            </p:cNvPr>
            <p:cNvGrpSpPr/>
            <p:nvPr/>
          </p:nvGrpSpPr>
          <p:grpSpPr>
            <a:xfrm>
              <a:off x="6729984" y="2423160"/>
              <a:ext cx="2267712" cy="1005840"/>
              <a:chOff x="6729984" y="2423160"/>
              <a:chExt cx="2267712" cy="1005840"/>
            </a:xfrm>
          </p:grpSpPr>
          <p:sp>
            <p:nvSpPr>
              <p:cNvPr id="34" name="Rectangle 33"/>
              <p:cNvSpPr/>
              <p:nvPr/>
            </p:nvSpPr>
            <p:spPr>
              <a:xfrm>
                <a:off x="6729984" y="2423160"/>
                <a:ext cx="2267712" cy="1005840"/>
              </a:xfrm>
              <a:prstGeom prst="rect">
                <a:avLst/>
              </a:prstGeom>
              <a:solidFill>
                <a:srgbClr val="0771A9"/>
              </a:solidFill>
              <a:ln>
                <a:solidFill>
                  <a:srgbClr val="0771A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35" name="TextBox 34"/>
              <p:cNvSpPr txBox="1"/>
              <p:nvPr/>
            </p:nvSpPr>
            <p:spPr>
              <a:xfrm>
                <a:off x="6885432" y="2624328"/>
                <a:ext cx="1956816" cy="240066"/>
              </a:xfrm>
              <a:prstGeom prst="rect">
                <a:avLst/>
              </a:prstGeom>
              <a:noFill/>
            </p:spPr>
            <p:txBody>
              <a:bodyPr wrap="square" lIns="27432" tIns="27432" rIns="27432" bIns="27432" anchor="t">
                <a:spAutoFit/>
              </a:bodyPr>
              <a:lstStyle/>
              <a:p>
                <a:pPr algn="l"/>
                <a:r>
                  <a:rPr lang="zh-CN" altLang="en-US" sz="1200" b="1" dirty="0">
                    <a:solidFill>
                      <a:schemeClr val="bg1"/>
                    </a:solidFill>
                    <a:cs typeface="Arial" panose="020B0604020202020204" pitchFamily="34" charset="0"/>
                  </a:rPr>
                  <a:t>Online</a:t>
                </a:r>
                <a:r>
                  <a:rPr lang="zh-CN" altLang="en-US" sz="1200" b="1" dirty="0">
                    <a:solidFill>
                      <a:schemeClr val="bg1"/>
                    </a:solidFill>
                    <a:latin typeface="+mn-ea"/>
                    <a:ea typeface="+mn-ea"/>
                  </a:rPr>
                  <a:t> </a:t>
                </a:r>
                <a:r>
                  <a:rPr lang="zh-CN" altLang="en-US" sz="1200" b="1" dirty="0">
                    <a:solidFill>
                      <a:schemeClr val="bg1"/>
                    </a:solidFill>
                    <a:cs typeface="Arial" panose="020B0604020202020204" pitchFamily="34" charset="0"/>
                  </a:rPr>
                  <a:t>FAE</a:t>
                </a:r>
                <a:r>
                  <a:rPr lang="zh-CN" altLang="en-US" sz="1200" b="1" dirty="0">
                    <a:solidFill>
                      <a:schemeClr val="bg1"/>
                    </a:solidFill>
                    <a:latin typeface="+mn-ea"/>
                    <a:ea typeface="+mn-ea"/>
                  </a:rPr>
                  <a:t> </a:t>
                </a:r>
                <a:r>
                  <a:rPr lang="zh-CN" altLang="en-US" sz="1200" b="1" dirty="0">
                    <a:solidFill>
                      <a:schemeClr val="bg1"/>
                    </a:solidFill>
                    <a:cs typeface="Arial" panose="020B0604020202020204" pitchFamily="34" charset="0"/>
                  </a:rPr>
                  <a:t>Support</a:t>
                </a:r>
                <a:endParaRPr sz="1200" b="1" dirty="0">
                  <a:solidFill>
                    <a:schemeClr val="bg1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36" name="TextBox 35"/>
              <p:cNvSpPr txBox="1"/>
              <p:nvPr/>
            </p:nvSpPr>
            <p:spPr>
              <a:xfrm>
                <a:off x="6885432" y="2887909"/>
                <a:ext cx="1956816" cy="488532"/>
              </a:xfrm>
              <a:prstGeom prst="rect">
                <a:avLst/>
              </a:prstGeom>
              <a:noFill/>
            </p:spPr>
            <p:txBody>
              <a:bodyPr wrap="square" lIns="27432" tIns="27432" rIns="27432" bIns="27432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000" dirty="0">
                    <a:solidFill>
                      <a:schemeClr val="bg1"/>
                    </a:solidFill>
                    <a:cs typeface="Arial" panose="020B0604020202020204" pitchFamily="34" charset="0"/>
                  </a:rPr>
                  <a:t>Quick access to the knowledge base and historical solutions.</a:t>
                </a:r>
                <a:endParaRPr sz="1000" dirty="0">
                  <a:solidFill>
                    <a:schemeClr val="bg1"/>
                  </a:solidFill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60" name="组合 59">
              <a:extLst>
                <a:ext uri="{FF2B5EF4-FFF2-40B4-BE49-F238E27FC236}">
                  <a16:creationId xmlns:a16="http://schemas.microsoft.com/office/drawing/2014/main" id="{D5715DD0-DE71-4DF9-8D76-A019149566D8}"/>
                </a:ext>
              </a:extLst>
            </p:cNvPr>
            <p:cNvGrpSpPr/>
            <p:nvPr/>
          </p:nvGrpSpPr>
          <p:grpSpPr>
            <a:xfrm>
              <a:off x="9180576" y="2423160"/>
              <a:ext cx="2450592" cy="1005840"/>
              <a:chOff x="9180576" y="2423160"/>
              <a:chExt cx="2450592" cy="1005840"/>
            </a:xfrm>
          </p:grpSpPr>
          <p:sp>
            <p:nvSpPr>
              <p:cNvPr id="37" name="Rectangle 36"/>
              <p:cNvSpPr/>
              <p:nvPr/>
            </p:nvSpPr>
            <p:spPr>
              <a:xfrm>
                <a:off x="9180576" y="2423160"/>
                <a:ext cx="2267712" cy="1005840"/>
              </a:xfrm>
              <a:prstGeom prst="rect">
                <a:avLst/>
              </a:prstGeom>
              <a:solidFill>
                <a:srgbClr val="280078"/>
              </a:solidFill>
              <a:ln>
                <a:solidFill>
                  <a:srgbClr val="28007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38" name="TextBox 37"/>
              <p:cNvSpPr txBox="1"/>
              <p:nvPr/>
            </p:nvSpPr>
            <p:spPr>
              <a:xfrm>
                <a:off x="9336024" y="2624328"/>
                <a:ext cx="1956816" cy="240066"/>
              </a:xfrm>
              <a:prstGeom prst="rect">
                <a:avLst/>
              </a:prstGeom>
              <a:noFill/>
            </p:spPr>
            <p:txBody>
              <a:bodyPr wrap="square" lIns="27432" tIns="27432" rIns="27432" bIns="27432" anchor="t">
                <a:spAutoFit/>
              </a:bodyPr>
              <a:lstStyle/>
              <a:p>
                <a:pPr algn="l"/>
                <a:r>
                  <a:rPr lang="zh-CN" altLang="en-US" sz="1200" b="1" dirty="0">
                    <a:solidFill>
                      <a:schemeClr val="bg1"/>
                    </a:solidFill>
                    <a:cs typeface="Arial" panose="020B0604020202020204" pitchFamily="34" charset="0"/>
                  </a:rPr>
                  <a:t>Website</a:t>
                </a:r>
                <a:r>
                  <a:rPr lang="zh-CN" altLang="en-US" sz="1200" b="1" dirty="0">
                    <a:solidFill>
                      <a:schemeClr val="bg1"/>
                    </a:solidFill>
                    <a:latin typeface="+mn-ea"/>
                    <a:ea typeface="+mn-ea"/>
                  </a:rPr>
                  <a:t> </a:t>
                </a:r>
                <a:r>
                  <a:rPr lang="zh-CN" altLang="en-US" sz="1200" b="1" dirty="0">
                    <a:solidFill>
                      <a:schemeClr val="bg1"/>
                    </a:solidFill>
                    <a:cs typeface="Arial" panose="020B0604020202020204" pitchFamily="34" charset="0"/>
                  </a:rPr>
                  <a:t>QchatBot</a:t>
                </a:r>
                <a:endParaRPr sz="1200" b="1" dirty="0">
                  <a:solidFill>
                    <a:schemeClr val="bg1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39" name="TextBox 38"/>
              <p:cNvSpPr txBox="1"/>
              <p:nvPr/>
            </p:nvSpPr>
            <p:spPr>
              <a:xfrm>
                <a:off x="9336024" y="2870462"/>
                <a:ext cx="2295144" cy="488532"/>
              </a:xfrm>
              <a:prstGeom prst="rect">
                <a:avLst/>
              </a:prstGeom>
              <a:noFill/>
            </p:spPr>
            <p:txBody>
              <a:bodyPr wrap="square" lIns="27432" tIns="27432" rIns="27432" bIns="27432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000" dirty="0">
                    <a:solidFill>
                      <a:schemeClr val="bg1"/>
                    </a:solidFill>
                    <a:cs typeface="Arial" panose="020B0604020202020204" pitchFamily="34" charset="0"/>
                  </a:rPr>
                  <a:t>Online technical Q&amp;A</a:t>
                </a:r>
                <a:endParaRPr lang="en-US" altLang="zh-CN" sz="1000" dirty="0">
                  <a:solidFill>
                    <a:schemeClr val="bg1"/>
                  </a:solidFill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000" dirty="0">
                    <a:solidFill>
                      <a:schemeClr val="bg1"/>
                    </a:solidFill>
                    <a:cs typeface="Arial" panose="020B0604020202020204" pitchFamily="34" charset="0"/>
                  </a:rPr>
                  <a:t>(selected external-facing documents)</a:t>
                </a:r>
                <a:endParaRPr sz="1000" dirty="0">
                  <a:solidFill>
                    <a:schemeClr val="bg1"/>
                  </a:solidFill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61" name="组合 60">
              <a:extLst>
                <a:ext uri="{FF2B5EF4-FFF2-40B4-BE49-F238E27FC236}">
                  <a16:creationId xmlns:a16="http://schemas.microsoft.com/office/drawing/2014/main" id="{3F67AEE9-14B9-F184-C111-E7CCF396BB74}"/>
                </a:ext>
              </a:extLst>
            </p:cNvPr>
            <p:cNvGrpSpPr/>
            <p:nvPr/>
          </p:nvGrpSpPr>
          <p:grpSpPr>
            <a:xfrm>
              <a:off x="6729984" y="3621024"/>
              <a:ext cx="2267712" cy="1005840"/>
              <a:chOff x="6729984" y="3621024"/>
              <a:chExt cx="2267712" cy="1005840"/>
            </a:xfrm>
          </p:grpSpPr>
          <p:sp>
            <p:nvSpPr>
              <p:cNvPr id="40" name="Rectangle 39"/>
              <p:cNvSpPr/>
              <p:nvPr/>
            </p:nvSpPr>
            <p:spPr>
              <a:xfrm>
                <a:off x="6729984" y="3621024"/>
                <a:ext cx="2267712" cy="1005840"/>
              </a:xfrm>
              <a:prstGeom prst="rect">
                <a:avLst/>
              </a:prstGeom>
              <a:solidFill>
                <a:srgbClr val="2D2D2D"/>
              </a:solidFill>
              <a:ln>
                <a:solidFill>
                  <a:srgbClr val="2D2D2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41" name="TextBox 40"/>
              <p:cNvSpPr txBox="1"/>
              <p:nvPr/>
            </p:nvSpPr>
            <p:spPr>
              <a:xfrm>
                <a:off x="6885432" y="3822191"/>
                <a:ext cx="1956816" cy="240066"/>
              </a:xfrm>
              <a:prstGeom prst="rect">
                <a:avLst/>
              </a:prstGeom>
              <a:noFill/>
            </p:spPr>
            <p:txBody>
              <a:bodyPr wrap="square" lIns="27432" tIns="27432" rIns="27432" bIns="27432" anchor="t">
                <a:spAutoFit/>
              </a:bodyPr>
              <a:lstStyle/>
              <a:p>
                <a:pPr algn="l"/>
                <a:r>
                  <a:rPr lang="zh-CN" altLang="en-US" sz="1200" b="1" dirty="0">
                    <a:solidFill>
                      <a:schemeClr val="bg1"/>
                    </a:solidFill>
                    <a:latin typeface="+mn-lt"/>
                    <a:cs typeface="Arial" panose="020B0604020202020204" pitchFamily="34" charset="0"/>
                  </a:rPr>
                  <a:t>Forum</a:t>
                </a:r>
                <a:r>
                  <a:rPr lang="zh-CN" altLang="en-US" sz="1200" b="1" dirty="0">
                    <a:solidFill>
                      <a:schemeClr val="bg1"/>
                    </a:solidFill>
                    <a:latin typeface="+mn-lt"/>
                    <a:ea typeface="+mn-ea"/>
                  </a:rPr>
                  <a:t> </a:t>
                </a:r>
                <a:r>
                  <a:rPr lang="zh-CN" altLang="en-US" sz="1200" b="1" dirty="0">
                    <a:solidFill>
                      <a:schemeClr val="bg1"/>
                    </a:solidFill>
                    <a:latin typeface="+mn-lt"/>
                    <a:cs typeface="Arial" panose="020B0604020202020204" pitchFamily="34" charset="0"/>
                  </a:rPr>
                  <a:t>Bot</a:t>
                </a:r>
                <a:endParaRPr sz="1200" b="1" dirty="0">
                  <a:solidFill>
                    <a:schemeClr val="bg1"/>
                  </a:solidFill>
                  <a:latin typeface="+mn-lt"/>
                  <a:cs typeface="Arial" panose="020B0604020202020204" pitchFamily="34" charset="0"/>
                </a:endParaRPr>
              </a:p>
            </p:txBody>
          </p:sp>
          <p:sp>
            <p:nvSpPr>
              <p:cNvPr id="42" name="TextBox 41"/>
              <p:cNvSpPr txBox="1"/>
              <p:nvPr/>
            </p:nvSpPr>
            <p:spPr>
              <a:xfrm>
                <a:off x="6885432" y="4095208"/>
                <a:ext cx="1956816" cy="488532"/>
              </a:xfrm>
              <a:prstGeom prst="rect">
                <a:avLst/>
              </a:prstGeom>
              <a:noFill/>
            </p:spPr>
            <p:txBody>
              <a:bodyPr wrap="square" lIns="27432" tIns="27432" rIns="27432" bIns="27432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000" dirty="0">
                    <a:solidFill>
                      <a:schemeClr val="bg1"/>
                    </a:solidFill>
                    <a:cs typeface="Arial" panose="020B0604020202020204" pitchFamily="34" charset="0"/>
                  </a:rPr>
                  <a:t>Forum responses that enrich</a:t>
                </a:r>
                <a:endParaRPr lang="en-US" altLang="zh-CN" sz="1000" dirty="0">
                  <a:solidFill>
                    <a:schemeClr val="bg1"/>
                  </a:solidFill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000" dirty="0">
                    <a:solidFill>
                      <a:schemeClr val="bg1"/>
                    </a:solidFill>
                    <a:cs typeface="Arial" panose="020B0604020202020204" pitchFamily="34" charset="0"/>
                  </a:rPr>
                  <a:t>technical community knowledge</a:t>
                </a:r>
                <a:endParaRPr sz="1000" dirty="0">
                  <a:solidFill>
                    <a:schemeClr val="bg1"/>
                  </a:solidFill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62" name="组合 61">
              <a:extLst>
                <a:ext uri="{FF2B5EF4-FFF2-40B4-BE49-F238E27FC236}">
                  <a16:creationId xmlns:a16="http://schemas.microsoft.com/office/drawing/2014/main" id="{0A021F35-35F1-F583-9D27-0B0993BDDE6D}"/>
                </a:ext>
              </a:extLst>
            </p:cNvPr>
            <p:cNvGrpSpPr/>
            <p:nvPr/>
          </p:nvGrpSpPr>
          <p:grpSpPr>
            <a:xfrm>
              <a:off x="9180576" y="3621024"/>
              <a:ext cx="2267712" cy="1005840"/>
              <a:chOff x="9180576" y="3621024"/>
              <a:chExt cx="2267712" cy="1005840"/>
            </a:xfrm>
          </p:grpSpPr>
          <p:sp>
            <p:nvSpPr>
              <p:cNvPr id="43" name="Rectangle 42"/>
              <p:cNvSpPr/>
              <p:nvPr/>
            </p:nvSpPr>
            <p:spPr>
              <a:xfrm>
                <a:off x="9180576" y="3621024"/>
                <a:ext cx="2267712" cy="1005840"/>
              </a:xfrm>
              <a:prstGeom prst="rect">
                <a:avLst/>
              </a:prstGeom>
              <a:solidFill>
                <a:srgbClr val="00AEEF"/>
              </a:solidFill>
              <a:ln>
                <a:solidFill>
                  <a:srgbClr val="00AEE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44" name="TextBox 43"/>
              <p:cNvSpPr txBox="1"/>
              <p:nvPr/>
            </p:nvSpPr>
            <p:spPr>
              <a:xfrm>
                <a:off x="9336024" y="3822191"/>
                <a:ext cx="1956816" cy="240066"/>
              </a:xfrm>
              <a:prstGeom prst="rect">
                <a:avLst/>
              </a:prstGeom>
              <a:noFill/>
            </p:spPr>
            <p:txBody>
              <a:bodyPr wrap="square" lIns="27432" tIns="27432" rIns="27432" bIns="27432" anchor="t">
                <a:spAutoFit/>
              </a:bodyPr>
              <a:lstStyle/>
              <a:p>
                <a:pPr algn="l"/>
                <a:r>
                  <a:rPr lang="zh-CN" altLang="en-US" sz="1200" b="1" dirty="0">
                    <a:solidFill>
                      <a:schemeClr val="bg1"/>
                    </a:solidFill>
                    <a:latin typeface="+mn-lt"/>
                    <a:cs typeface="Arial" panose="020B0604020202020204" pitchFamily="34" charset="0"/>
                  </a:rPr>
                  <a:t>New</a:t>
                </a:r>
                <a:r>
                  <a:rPr lang="zh-CN" altLang="en-US" sz="1200" b="1" dirty="0">
                    <a:solidFill>
                      <a:schemeClr val="bg1"/>
                    </a:solidFill>
                    <a:latin typeface="+mn-lt"/>
                    <a:ea typeface="+mn-ea"/>
                  </a:rPr>
                  <a:t> </a:t>
                </a:r>
                <a:r>
                  <a:rPr lang="zh-CN" altLang="en-US" sz="1200" b="1" dirty="0">
                    <a:solidFill>
                      <a:schemeClr val="bg1"/>
                    </a:solidFill>
                    <a:latin typeface="+mn-lt"/>
                    <a:cs typeface="Arial" panose="020B0604020202020204" pitchFamily="34" charset="0"/>
                  </a:rPr>
                  <a:t>FAE</a:t>
                </a:r>
                <a:r>
                  <a:rPr lang="zh-CN" altLang="en-US" sz="1200" b="1" dirty="0">
                    <a:solidFill>
                      <a:schemeClr val="bg1"/>
                    </a:solidFill>
                    <a:latin typeface="+mn-lt"/>
                    <a:ea typeface="+mn-ea"/>
                  </a:rPr>
                  <a:t> </a:t>
                </a:r>
                <a:r>
                  <a:rPr lang="zh-CN" altLang="en-US" sz="1200" b="1" dirty="0">
                    <a:solidFill>
                      <a:schemeClr val="bg1"/>
                    </a:solidFill>
                    <a:latin typeface="+mn-lt"/>
                    <a:cs typeface="Arial" panose="020B0604020202020204" pitchFamily="34" charset="0"/>
                  </a:rPr>
                  <a:t>Training</a:t>
                </a:r>
                <a:endParaRPr sz="1200" b="1" dirty="0">
                  <a:solidFill>
                    <a:schemeClr val="bg1"/>
                  </a:solidFill>
                  <a:latin typeface="+mn-lt"/>
                  <a:cs typeface="Arial" panose="020B0604020202020204" pitchFamily="34" charset="0"/>
                </a:endParaRPr>
              </a:p>
            </p:txBody>
          </p:sp>
          <p:sp>
            <p:nvSpPr>
              <p:cNvPr id="45" name="TextBox 44"/>
              <p:cNvSpPr txBox="1"/>
              <p:nvPr/>
            </p:nvSpPr>
            <p:spPr>
              <a:xfrm>
                <a:off x="9336024" y="4090173"/>
                <a:ext cx="1956816" cy="488532"/>
              </a:xfrm>
              <a:prstGeom prst="rect">
                <a:avLst/>
              </a:prstGeom>
              <a:noFill/>
            </p:spPr>
            <p:txBody>
              <a:bodyPr wrap="square" lIns="27432" tIns="27432" rIns="27432" bIns="27432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000" dirty="0">
                    <a:solidFill>
                      <a:schemeClr val="bg1"/>
                    </a:solidFill>
                    <a:latin typeface="+mn-lt"/>
                    <a:cs typeface="Arial" panose="020B0604020202020204" pitchFamily="34" charset="0"/>
                  </a:rPr>
                  <a:t>Mentor-led onboarding</a:t>
                </a:r>
                <a:endParaRPr lang="en-US" altLang="zh-CN" sz="1000" dirty="0">
                  <a:solidFill>
                    <a:schemeClr val="bg1"/>
                  </a:solidFill>
                  <a:latin typeface="+mn-lt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000" dirty="0">
                    <a:solidFill>
                      <a:schemeClr val="bg1"/>
                    </a:solidFill>
                    <a:latin typeface="+mn-lt"/>
                    <a:cs typeface="Arial" panose="020B0604020202020204" pitchFamily="34" charset="0"/>
                  </a:rPr>
                  <a:t>skill map and knowledge topics</a:t>
                </a:r>
                <a:endParaRPr sz="1000" dirty="0">
                  <a:solidFill>
                    <a:schemeClr val="bg1"/>
                  </a:solidFill>
                  <a:latin typeface="+mn-lt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46" name="TextBox 45"/>
          <p:cNvSpPr txBox="1"/>
          <p:nvPr/>
        </p:nvSpPr>
        <p:spPr>
          <a:xfrm>
            <a:off x="6969189" y="5629451"/>
            <a:ext cx="4681728" cy="57522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Find it. Understand it. Use it.</a:t>
            </a:r>
          </a:p>
          <a:p>
            <a:pPr algn="ctr">
              <a:lnSpc>
                <a:spcPct val="150000"/>
              </a:lnSpc>
            </a:pPr>
            <a:r>
              <a:rPr lang="zh-CN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A lasting lever for FAE efficiency and service.</a:t>
            </a:r>
            <a:endParaRPr sz="1200" b="1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1754840"/>
      </p:ext>
    </p:extLst>
  </p:cSld>
  <p:clrMapOvr>
    <a:masterClrMapping/>
  </p:clrMapOvr>
</p:sld>
</file>

<file path=ppt/theme/theme1.xml><?xml version="1.0" encoding="utf-8"?>
<a:theme xmlns:a="http://schemas.openxmlformats.org/drawingml/2006/main" name="Quectel Ma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D60026"/>
        </a:solidFill>
        <a:ln w="19050" algn="ctr">
          <a:noFill/>
          <a:round/>
        </a:ln>
      </a:spPr>
      <a:bodyPr lIns="36000" tIns="0" rIns="36000" bIns="0" anchor="ctr"/>
      <a:lstStyle>
        <a:defPPr defTabSz="914400" eaLnBrk="1" hangingPunct="1">
          <a:defRPr sz="1600" b="1" dirty="0" smtClean="0">
            <a:solidFill>
              <a:srgbClr val="FFFFFF"/>
            </a:solidFill>
            <a:cs typeface="Arial" panose="020B0604020202020204" pitchFamily="34" charset="0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770a1ae-a61b-4831-96e4-864e613b966d">
      <Terms xmlns="http://schemas.microsoft.com/office/infopath/2007/PartnerControls"/>
    </lcf76f155ced4ddcb4097134ff3c332f>
    <TaxCatchAll xmlns="e38536ed-07c0-4176-b410-dc42a868a3bf" xsi:nil="true"/>
    <SharedWithUsers xmlns="d043ebee-eb47-4340-b1a5-769fdb9d1b42">
      <UserInfo>
        <DisplayName>America Team</DisplayName>
        <AccountId>235</AccountId>
        <AccountType/>
      </UserInfo>
      <UserInfo>
        <DisplayName>Mike Zhou</DisplayName>
        <AccountId>614</AccountId>
        <AccountType/>
      </UserInfo>
    </SharedWithUser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文档" ma:contentTypeID="0x01010018D9CCEE6135F84A8B5B73021AAD3C7F" ma:contentTypeVersion="17" ma:contentTypeDescription="新建文档。" ma:contentTypeScope="" ma:versionID="f191f7cf669fb9db3a35484295048af4">
  <xsd:schema xmlns:xsd="http://www.w3.org/2001/XMLSchema" xmlns:xs="http://www.w3.org/2001/XMLSchema" xmlns:p="http://schemas.microsoft.com/office/2006/metadata/properties" xmlns:ns2="2770a1ae-a61b-4831-96e4-864e613b966d" xmlns:ns3="d043ebee-eb47-4340-b1a5-769fdb9d1b42" xmlns:ns4="e38536ed-07c0-4176-b410-dc42a868a3bf" targetNamespace="http://schemas.microsoft.com/office/2006/metadata/properties" ma:root="true" ma:fieldsID="1a51c2a02fc8def36c00acf25b053dda" ns2:_="" ns3:_="" ns4:_="">
    <xsd:import namespace="2770a1ae-a61b-4831-96e4-864e613b966d"/>
    <xsd:import namespace="d043ebee-eb47-4340-b1a5-769fdb9d1b42"/>
    <xsd:import namespace="e38536ed-07c0-4176-b410-dc42a868a3b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EventHashCode" minOccurs="0"/>
                <xsd:element ref="ns2:MediaServiceGenerationTim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4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70a1ae-a61b-4831-96e4-864e613b96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图像标记" ma:readOnly="false" ma:fieldId="{5cf76f15-5ced-4ddc-b409-7134ff3c332f}" ma:taxonomyMulti="true" ma:sspId="2a185091-055e-4356-9656-7bd636c634e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43ebee-eb47-4340-b1a5-769fdb9d1b4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共享对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共享对象详细信息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8536ed-07c0-4176-b410-dc42a868a3bf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3f3d145f-0468-4af3-84c4-6205a0ac8e98}" ma:internalName="TaxCatchAll" ma:showField="CatchAllData" ma:web="e38536ed-07c0-4176-b410-dc42a868a3b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内容类型"/>
        <xsd:element ref="dc:title" minOccurs="0" maxOccurs="1" ma:index="4" ma:displayName="标题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76ABB82-C82E-40D8-A82E-28DAF77850C0}">
  <ds:schemaRefs>
    <ds:schemaRef ds:uri="http://schemas.microsoft.com/office/2006/metadata/properties"/>
    <ds:schemaRef ds:uri="http://schemas.microsoft.com/office/infopath/2007/PartnerControls"/>
    <ds:schemaRef ds:uri="f561efc3-6748-49b4-9cc6-899a564f6ce8"/>
    <ds:schemaRef ds:uri="bedc9d18-4970-4b12-83cc-233353d6627c"/>
    <ds:schemaRef ds:uri="75f1442e-767b-4ebf-852b-08d17ee88c1e"/>
    <ds:schemaRef ds:uri="dc995c95-3981-445c-afbd-21b7603ccc62"/>
    <ds:schemaRef ds:uri="2770a1ae-a61b-4831-96e4-864e613b966d"/>
    <ds:schemaRef ds:uri="e38536ed-07c0-4176-b410-dc42a868a3bf"/>
    <ds:schemaRef ds:uri="d043ebee-eb47-4340-b1a5-769fdb9d1b42"/>
  </ds:schemaRefs>
</ds:datastoreItem>
</file>

<file path=customXml/itemProps2.xml><?xml version="1.0" encoding="utf-8"?>
<ds:datastoreItem xmlns:ds="http://schemas.openxmlformats.org/officeDocument/2006/customXml" ds:itemID="{9DBA7EA7-F7CC-46A8-88E7-8B5D8FA939E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F480F0F-23E3-462A-A251-BF24FA15C52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770a1ae-a61b-4831-96e4-864e613b966d"/>
    <ds:schemaRef ds:uri="d043ebee-eb47-4340-b1a5-769fdb9d1b42"/>
    <ds:schemaRef ds:uri="e38536ed-07c0-4176-b410-dc42a868a3b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472</Words>
  <Application>Microsoft Office PowerPoint</Application>
  <PresentationFormat>自定义</PresentationFormat>
  <Paragraphs>122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黑体</vt:lpstr>
      <vt:lpstr>Microsoft YaHei</vt:lpstr>
      <vt:lpstr>Arial</vt:lpstr>
      <vt:lpstr>Calibri</vt:lpstr>
      <vt:lpstr>Verdana</vt:lpstr>
      <vt:lpstr>Quectel Main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FAE Sharing Intelligence Platform Project v2</dc:title>
  <dc:subject>English localization; original layout retained</dc:subject>
  <dc:creator/>
  <cp:lastModifiedBy/>
  <cp:revision>9</cp:revision>
  <dcterms:created xsi:type="dcterms:W3CDTF">2023-12-01T09:55:55Z</dcterms:created>
  <dcterms:modified xsi:type="dcterms:W3CDTF">2026-07-15T06:10:11Z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0x010100B695675CB270A84F99F43769CBC268DF</vt:lpwstr>
  </property>
  <property fmtid="{D5CDD505-2E9C-101B-9397-08002B2CF9AE}" pid="3" name="MediaServiceImageTags">
    <vt:lpwstr/>
  </property>
</Properties>
</file>